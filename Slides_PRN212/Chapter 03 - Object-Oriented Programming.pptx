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256" r:id="rId2"/>
    <p:sldId id="477" r:id="rId3"/>
    <p:sldId id="278" r:id="rId4"/>
    <p:sldId id="478" r:id="rId5"/>
    <p:sldId id="490" r:id="rId6"/>
    <p:sldId id="488" r:id="rId7"/>
    <p:sldId id="480" r:id="rId8"/>
    <p:sldId id="489" r:id="rId9"/>
    <p:sldId id="481" r:id="rId10"/>
    <p:sldId id="507" r:id="rId11"/>
    <p:sldId id="482" r:id="rId12"/>
    <p:sldId id="483" r:id="rId13"/>
    <p:sldId id="496" r:id="rId14"/>
    <p:sldId id="485" r:id="rId15"/>
    <p:sldId id="484" r:id="rId16"/>
    <p:sldId id="486" r:id="rId17"/>
    <p:sldId id="487" r:id="rId18"/>
    <p:sldId id="508" r:id="rId19"/>
    <p:sldId id="509" r:id="rId20"/>
    <p:sldId id="500" r:id="rId21"/>
    <p:sldId id="510" r:id="rId22"/>
    <p:sldId id="516" r:id="rId23"/>
    <p:sldId id="511" r:id="rId24"/>
    <p:sldId id="512" r:id="rId25"/>
    <p:sldId id="491" r:id="rId26"/>
    <p:sldId id="493" r:id="rId27"/>
    <p:sldId id="495" r:id="rId28"/>
    <p:sldId id="494" r:id="rId29"/>
    <p:sldId id="497" r:id="rId30"/>
    <p:sldId id="502" r:id="rId31"/>
    <p:sldId id="515" r:id="rId32"/>
    <p:sldId id="498" r:id="rId33"/>
    <p:sldId id="504" r:id="rId34"/>
    <p:sldId id="499" r:id="rId35"/>
    <p:sldId id="506" r:id="rId36"/>
    <p:sldId id="503" r:id="rId37"/>
    <p:sldId id="513" r:id="rId38"/>
    <p:sldId id="501" r:id="rId39"/>
    <p:sldId id="517" r:id="rId40"/>
    <p:sldId id="518" r:id="rId41"/>
    <p:sldId id="519" r:id="rId42"/>
    <p:sldId id="266" r:id="rId43"/>
    <p:sldId id="514" r:id="rId44"/>
    <p:sldId id="520"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AF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680" autoAdjust="0"/>
    <p:restoredTop sz="94826" autoAdjust="0"/>
  </p:normalViewPr>
  <p:slideViewPr>
    <p:cSldViewPr snapToGrid="0">
      <p:cViewPr varScale="1">
        <p:scale>
          <a:sx n="110" d="100"/>
          <a:sy n="110" d="100"/>
        </p:scale>
        <p:origin x="97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17A13E-60FF-453F-B712-D9BBD0C85FA1}" type="datetimeFigureOut">
              <a:rPr lang="en-US" smtClean="0"/>
              <a:t>5/14/2024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46C0E5-5FD0-48D4-A8DC-243893429241}" type="slidenum">
              <a:rPr lang="en-US" smtClean="0"/>
              <a:t>‹#›</a:t>
            </a:fld>
            <a:endParaRPr lang="en-US"/>
          </a:p>
        </p:txBody>
      </p:sp>
    </p:spTree>
    <p:extLst>
      <p:ext uri="{BB962C8B-B14F-4D97-AF65-F5344CB8AC3E}">
        <p14:creationId xmlns:p14="http://schemas.microsoft.com/office/powerpoint/2010/main" val="4291298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2</a:t>
            </a:fld>
            <a:endParaRPr lang="en-US"/>
          </a:p>
        </p:txBody>
      </p:sp>
    </p:spTree>
    <p:extLst>
      <p:ext uri="{BB962C8B-B14F-4D97-AF65-F5344CB8AC3E}">
        <p14:creationId xmlns:p14="http://schemas.microsoft.com/office/powerpoint/2010/main" val="29573530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3</a:t>
            </a:fld>
            <a:endParaRPr lang="en-US"/>
          </a:p>
        </p:txBody>
      </p:sp>
    </p:spTree>
    <p:extLst>
      <p:ext uri="{BB962C8B-B14F-4D97-AF65-F5344CB8AC3E}">
        <p14:creationId xmlns:p14="http://schemas.microsoft.com/office/powerpoint/2010/main" val="28860060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46C0E5-5FD0-48D4-A8DC-243893429241}" type="slidenum">
              <a:rPr lang="en-US" smtClean="0"/>
              <a:t>4</a:t>
            </a:fld>
            <a:endParaRPr lang="en-US"/>
          </a:p>
        </p:txBody>
      </p:sp>
    </p:spTree>
    <p:extLst>
      <p:ext uri="{BB962C8B-B14F-4D97-AF65-F5344CB8AC3E}">
        <p14:creationId xmlns:p14="http://schemas.microsoft.com/office/powerpoint/2010/main" val="5850890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46C0E5-5FD0-48D4-A8DC-243893429241}" type="slidenum">
              <a:rPr lang="en-US" smtClean="0"/>
              <a:t>6</a:t>
            </a:fld>
            <a:endParaRPr lang="en-US"/>
          </a:p>
        </p:txBody>
      </p:sp>
    </p:spTree>
    <p:extLst>
      <p:ext uri="{BB962C8B-B14F-4D97-AF65-F5344CB8AC3E}">
        <p14:creationId xmlns:p14="http://schemas.microsoft.com/office/powerpoint/2010/main" val="38684467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46C0E5-5FD0-48D4-A8DC-243893429241}" type="slidenum">
              <a:rPr lang="en-US" smtClean="0"/>
              <a:t>8</a:t>
            </a:fld>
            <a:endParaRPr lang="en-US"/>
          </a:p>
        </p:txBody>
      </p:sp>
    </p:spTree>
    <p:extLst>
      <p:ext uri="{BB962C8B-B14F-4D97-AF65-F5344CB8AC3E}">
        <p14:creationId xmlns:p14="http://schemas.microsoft.com/office/powerpoint/2010/main" val="29924494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46C0E5-5FD0-48D4-A8DC-243893429241}" type="slidenum">
              <a:rPr lang="en-US" smtClean="0"/>
              <a:t>9</a:t>
            </a:fld>
            <a:endParaRPr lang="en-US"/>
          </a:p>
        </p:txBody>
      </p:sp>
    </p:spTree>
    <p:extLst>
      <p:ext uri="{BB962C8B-B14F-4D97-AF65-F5344CB8AC3E}">
        <p14:creationId xmlns:p14="http://schemas.microsoft.com/office/powerpoint/2010/main" val="37625000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46C0E5-5FD0-48D4-A8DC-243893429241}" type="slidenum">
              <a:rPr lang="en-US" smtClean="0"/>
              <a:t>10</a:t>
            </a:fld>
            <a:endParaRPr lang="en-US"/>
          </a:p>
        </p:txBody>
      </p:sp>
    </p:spTree>
    <p:extLst>
      <p:ext uri="{BB962C8B-B14F-4D97-AF65-F5344CB8AC3E}">
        <p14:creationId xmlns:p14="http://schemas.microsoft.com/office/powerpoint/2010/main" val="37470045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D46C0E5-5FD0-48D4-A8DC-243893429241}" type="slidenum">
              <a:rPr lang="en-US" smtClean="0"/>
              <a:t>12</a:t>
            </a:fld>
            <a:endParaRPr lang="en-US"/>
          </a:p>
        </p:txBody>
      </p:sp>
    </p:spTree>
    <p:extLst>
      <p:ext uri="{BB962C8B-B14F-4D97-AF65-F5344CB8AC3E}">
        <p14:creationId xmlns:p14="http://schemas.microsoft.com/office/powerpoint/2010/main" val="24082380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https://docs.microsoft.com/en-us/dotnet/csharp/programming-guide/classes-and-structs/destructors</a:t>
            </a:r>
          </a:p>
        </p:txBody>
      </p:sp>
      <p:sp>
        <p:nvSpPr>
          <p:cNvPr id="4" name="Slide Number Placeholder 3"/>
          <p:cNvSpPr>
            <a:spLocks noGrp="1"/>
          </p:cNvSpPr>
          <p:nvPr>
            <p:ph type="sldNum" sz="quarter" idx="5"/>
          </p:nvPr>
        </p:nvSpPr>
        <p:spPr/>
        <p:txBody>
          <a:bodyPr/>
          <a:lstStyle/>
          <a:p>
            <a:fld id="{DD46C0E5-5FD0-48D4-A8DC-243893429241}" type="slidenum">
              <a:rPr lang="en-US" smtClean="0"/>
              <a:t>13</a:t>
            </a:fld>
            <a:endParaRPr lang="en-US"/>
          </a:p>
        </p:txBody>
      </p:sp>
    </p:spTree>
    <p:extLst>
      <p:ext uri="{BB962C8B-B14F-4D97-AF65-F5344CB8AC3E}">
        <p14:creationId xmlns:p14="http://schemas.microsoft.com/office/powerpoint/2010/main" val="12235477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46C0E5-5FD0-48D4-A8DC-243893429241}" type="slidenum">
              <a:rPr lang="en-US" smtClean="0"/>
              <a:t>15</a:t>
            </a:fld>
            <a:endParaRPr lang="en-US"/>
          </a:p>
        </p:txBody>
      </p:sp>
    </p:spTree>
    <p:extLst>
      <p:ext uri="{BB962C8B-B14F-4D97-AF65-F5344CB8AC3E}">
        <p14:creationId xmlns:p14="http://schemas.microsoft.com/office/powerpoint/2010/main" val="27320771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46C0E5-5FD0-48D4-A8DC-243893429241}" type="slidenum">
              <a:rPr lang="en-US" smtClean="0"/>
              <a:t>17</a:t>
            </a:fld>
            <a:endParaRPr lang="en-US"/>
          </a:p>
        </p:txBody>
      </p:sp>
    </p:spTree>
    <p:extLst>
      <p:ext uri="{BB962C8B-B14F-4D97-AF65-F5344CB8AC3E}">
        <p14:creationId xmlns:p14="http://schemas.microsoft.com/office/powerpoint/2010/main" val="25728684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46C0E5-5FD0-48D4-A8DC-243893429241}" type="slidenum">
              <a:rPr lang="en-US" smtClean="0"/>
              <a:t>18</a:t>
            </a:fld>
            <a:endParaRPr lang="en-US"/>
          </a:p>
        </p:txBody>
      </p:sp>
    </p:spTree>
    <p:extLst>
      <p:ext uri="{BB962C8B-B14F-4D97-AF65-F5344CB8AC3E}">
        <p14:creationId xmlns:p14="http://schemas.microsoft.com/office/powerpoint/2010/main" val="30884214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46C0E5-5FD0-48D4-A8DC-243893429241}" type="slidenum">
              <a:rPr lang="en-US" smtClean="0"/>
              <a:t>19</a:t>
            </a:fld>
            <a:endParaRPr lang="en-US"/>
          </a:p>
        </p:txBody>
      </p:sp>
    </p:spTree>
    <p:extLst>
      <p:ext uri="{BB962C8B-B14F-4D97-AF65-F5344CB8AC3E}">
        <p14:creationId xmlns:p14="http://schemas.microsoft.com/office/powerpoint/2010/main" val="18457518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46C0E5-5FD0-48D4-A8DC-243893429241}" type="slidenum">
              <a:rPr lang="en-US" smtClean="0"/>
              <a:t>20</a:t>
            </a:fld>
            <a:endParaRPr lang="en-US"/>
          </a:p>
        </p:txBody>
      </p:sp>
    </p:spTree>
    <p:extLst>
      <p:ext uri="{BB962C8B-B14F-4D97-AF65-F5344CB8AC3E}">
        <p14:creationId xmlns:p14="http://schemas.microsoft.com/office/powerpoint/2010/main" val="22083789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46C0E5-5FD0-48D4-A8DC-243893429241}" type="slidenum">
              <a:rPr lang="en-US" smtClean="0"/>
              <a:t>21</a:t>
            </a:fld>
            <a:endParaRPr lang="en-US"/>
          </a:p>
        </p:txBody>
      </p:sp>
    </p:spTree>
    <p:extLst>
      <p:ext uri="{BB962C8B-B14F-4D97-AF65-F5344CB8AC3E}">
        <p14:creationId xmlns:p14="http://schemas.microsoft.com/office/powerpoint/2010/main" val="40818465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46C0E5-5FD0-48D4-A8DC-243893429241}" type="slidenum">
              <a:rPr lang="en-US" smtClean="0"/>
              <a:t>22</a:t>
            </a:fld>
            <a:endParaRPr lang="en-US"/>
          </a:p>
        </p:txBody>
      </p:sp>
    </p:spTree>
    <p:extLst>
      <p:ext uri="{BB962C8B-B14F-4D97-AF65-F5344CB8AC3E}">
        <p14:creationId xmlns:p14="http://schemas.microsoft.com/office/powerpoint/2010/main" val="40302770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46C0E5-5FD0-48D4-A8DC-243893429241}" type="slidenum">
              <a:rPr lang="en-US" smtClean="0"/>
              <a:t>23</a:t>
            </a:fld>
            <a:endParaRPr lang="en-US"/>
          </a:p>
        </p:txBody>
      </p:sp>
    </p:spTree>
    <p:extLst>
      <p:ext uri="{BB962C8B-B14F-4D97-AF65-F5344CB8AC3E}">
        <p14:creationId xmlns:p14="http://schemas.microsoft.com/office/powerpoint/2010/main" val="17763817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46C0E5-5FD0-48D4-A8DC-243893429241}" type="slidenum">
              <a:rPr lang="en-US" smtClean="0"/>
              <a:t>25</a:t>
            </a:fld>
            <a:endParaRPr lang="en-US"/>
          </a:p>
        </p:txBody>
      </p:sp>
    </p:spTree>
    <p:extLst>
      <p:ext uri="{BB962C8B-B14F-4D97-AF65-F5344CB8AC3E}">
        <p14:creationId xmlns:p14="http://schemas.microsoft.com/office/powerpoint/2010/main" val="6404240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46C0E5-5FD0-48D4-A8DC-243893429241}" type="slidenum">
              <a:rPr lang="en-US" smtClean="0"/>
              <a:t>26</a:t>
            </a:fld>
            <a:endParaRPr lang="en-US"/>
          </a:p>
        </p:txBody>
      </p:sp>
    </p:spTree>
    <p:extLst>
      <p:ext uri="{BB962C8B-B14F-4D97-AF65-F5344CB8AC3E}">
        <p14:creationId xmlns:p14="http://schemas.microsoft.com/office/powerpoint/2010/main" val="33228297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46C0E5-5FD0-48D4-A8DC-243893429241}" type="slidenum">
              <a:rPr lang="en-US" smtClean="0"/>
              <a:t>27</a:t>
            </a:fld>
            <a:endParaRPr lang="en-US"/>
          </a:p>
        </p:txBody>
      </p:sp>
    </p:spTree>
    <p:extLst>
      <p:ext uri="{BB962C8B-B14F-4D97-AF65-F5344CB8AC3E}">
        <p14:creationId xmlns:p14="http://schemas.microsoft.com/office/powerpoint/2010/main" val="11223667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46C0E5-5FD0-48D4-A8DC-243893429241}" type="slidenum">
              <a:rPr lang="en-US" smtClean="0"/>
              <a:t>28</a:t>
            </a:fld>
            <a:endParaRPr lang="en-US"/>
          </a:p>
        </p:txBody>
      </p:sp>
    </p:spTree>
    <p:extLst>
      <p:ext uri="{BB962C8B-B14F-4D97-AF65-F5344CB8AC3E}">
        <p14:creationId xmlns:p14="http://schemas.microsoft.com/office/powerpoint/2010/main" val="28090495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46C0E5-5FD0-48D4-A8DC-243893429241}" type="slidenum">
              <a:rPr lang="en-US" smtClean="0"/>
              <a:t>29</a:t>
            </a:fld>
            <a:endParaRPr lang="en-US"/>
          </a:p>
        </p:txBody>
      </p:sp>
    </p:spTree>
    <p:extLst>
      <p:ext uri="{BB962C8B-B14F-4D97-AF65-F5344CB8AC3E}">
        <p14:creationId xmlns:p14="http://schemas.microsoft.com/office/powerpoint/2010/main" val="22423786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46C0E5-5FD0-48D4-A8DC-243893429241}" type="slidenum">
              <a:rPr lang="en-US" smtClean="0"/>
              <a:t>30</a:t>
            </a:fld>
            <a:endParaRPr lang="en-US"/>
          </a:p>
        </p:txBody>
      </p:sp>
    </p:spTree>
    <p:extLst>
      <p:ext uri="{BB962C8B-B14F-4D97-AF65-F5344CB8AC3E}">
        <p14:creationId xmlns:p14="http://schemas.microsoft.com/office/powerpoint/2010/main" val="21437304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46C0E5-5FD0-48D4-A8DC-243893429241}" type="slidenum">
              <a:rPr lang="en-US" smtClean="0"/>
              <a:t>31</a:t>
            </a:fld>
            <a:endParaRPr lang="en-US"/>
          </a:p>
        </p:txBody>
      </p:sp>
    </p:spTree>
    <p:extLst>
      <p:ext uri="{BB962C8B-B14F-4D97-AF65-F5344CB8AC3E}">
        <p14:creationId xmlns:p14="http://schemas.microsoft.com/office/powerpoint/2010/main" val="40279500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46C0E5-5FD0-48D4-A8DC-243893429241}" type="slidenum">
              <a:rPr lang="en-US" smtClean="0"/>
              <a:t>32</a:t>
            </a:fld>
            <a:endParaRPr lang="en-US"/>
          </a:p>
        </p:txBody>
      </p:sp>
    </p:spTree>
    <p:extLst>
      <p:ext uri="{BB962C8B-B14F-4D97-AF65-F5344CB8AC3E}">
        <p14:creationId xmlns:p14="http://schemas.microsoft.com/office/powerpoint/2010/main" val="36278623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46C0E5-5FD0-48D4-A8DC-243893429241}" type="slidenum">
              <a:rPr lang="en-US" smtClean="0"/>
              <a:t>33</a:t>
            </a:fld>
            <a:endParaRPr lang="en-US"/>
          </a:p>
        </p:txBody>
      </p:sp>
    </p:spTree>
    <p:extLst>
      <p:ext uri="{BB962C8B-B14F-4D97-AF65-F5344CB8AC3E}">
        <p14:creationId xmlns:p14="http://schemas.microsoft.com/office/powerpoint/2010/main" val="36513904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46C0E5-5FD0-48D4-A8DC-243893429241}" type="slidenum">
              <a:rPr lang="en-US" smtClean="0"/>
              <a:t>34</a:t>
            </a:fld>
            <a:endParaRPr lang="en-US"/>
          </a:p>
        </p:txBody>
      </p:sp>
    </p:spTree>
    <p:extLst>
      <p:ext uri="{BB962C8B-B14F-4D97-AF65-F5344CB8AC3E}">
        <p14:creationId xmlns:p14="http://schemas.microsoft.com/office/powerpoint/2010/main" val="19656637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46C0E5-5FD0-48D4-A8DC-243893429241}" type="slidenum">
              <a:rPr lang="en-US" smtClean="0"/>
              <a:t>35</a:t>
            </a:fld>
            <a:endParaRPr lang="en-US"/>
          </a:p>
        </p:txBody>
      </p:sp>
    </p:spTree>
    <p:extLst>
      <p:ext uri="{BB962C8B-B14F-4D97-AF65-F5344CB8AC3E}">
        <p14:creationId xmlns:p14="http://schemas.microsoft.com/office/powerpoint/2010/main" val="227244349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46C0E5-5FD0-48D4-A8DC-243893429241}" type="slidenum">
              <a:rPr lang="en-US" smtClean="0"/>
              <a:t>36</a:t>
            </a:fld>
            <a:endParaRPr lang="en-US"/>
          </a:p>
        </p:txBody>
      </p:sp>
    </p:spTree>
    <p:extLst>
      <p:ext uri="{BB962C8B-B14F-4D97-AF65-F5344CB8AC3E}">
        <p14:creationId xmlns:p14="http://schemas.microsoft.com/office/powerpoint/2010/main" val="147049515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46C0E5-5FD0-48D4-A8DC-243893429241}" type="slidenum">
              <a:rPr lang="en-US" smtClean="0"/>
              <a:t>37</a:t>
            </a:fld>
            <a:endParaRPr lang="en-US"/>
          </a:p>
        </p:txBody>
      </p:sp>
    </p:spTree>
    <p:extLst>
      <p:ext uri="{BB962C8B-B14F-4D97-AF65-F5344CB8AC3E}">
        <p14:creationId xmlns:p14="http://schemas.microsoft.com/office/powerpoint/2010/main" val="33458931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46C0E5-5FD0-48D4-A8DC-243893429241}" type="slidenum">
              <a:rPr lang="en-US" smtClean="0"/>
              <a:t>38</a:t>
            </a:fld>
            <a:endParaRPr lang="en-US"/>
          </a:p>
        </p:txBody>
      </p:sp>
    </p:spTree>
    <p:extLst>
      <p:ext uri="{BB962C8B-B14F-4D97-AF65-F5344CB8AC3E}">
        <p14:creationId xmlns:p14="http://schemas.microsoft.com/office/powerpoint/2010/main" val="296279796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46C0E5-5FD0-48D4-A8DC-243893429241}" type="slidenum">
              <a:rPr lang="en-US" smtClean="0"/>
              <a:t>39</a:t>
            </a:fld>
            <a:endParaRPr lang="en-US"/>
          </a:p>
        </p:txBody>
      </p:sp>
    </p:spTree>
    <p:extLst>
      <p:ext uri="{BB962C8B-B14F-4D97-AF65-F5344CB8AC3E}">
        <p14:creationId xmlns:p14="http://schemas.microsoft.com/office/powerpoint/2010/main" val="375454696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46C0E5-5FD0-48D4-A8DC-243893429241}" type="slidenum">
              <a:rPr lang="en-US" smtClean="0"/>
              <a:t>40</a:t>
            </a:fld>
            <a:endParaRPr lang="en-US"/>
          </a:p>
        </p:txBody>
      </p:sp>
    </p:spTree>
    <p:extLst>
      <p:ext uri="{BB962C8B-B14F-4D97-AF65-F5344CB8AC3E}">
        <p14:creationId xmlns:p14="http://schemas.microsoft.com/office/powerpoint/2010/main" val="137903648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D46C0E5-5FD0-48D4-A8DC-243893429241}" type="slidenum">
              <a:rPr lang="en-US" smtClean="0"/>
              <a:t>41</a:t>
            </a:fld>
            <a:endParaRPr lang="en-US"/>
          </a:p>
        </p:txBody>
      </p:sp>
    </p:spTree>
    <p:extLst>
      <p:ext uri="{BB962C8B-B14F-4D97-AF65-F5344CB8AC3E}">
        <p14:creationId xmlns:p14="http://schemas.microsoft.com/office/powerpoint/2010/main" val="304320437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TextEdit="1"/>
          </p:cNvSpPr>
          <p:nvPr>
            <p:ph type="sldImg"/>
          </p:nvPr>
        </p:nvSpPr>
        <p:spPr bwMode="auto">
          <a:noFill/>
          <a:ln>
            <a:solidFill>
              <a:srgbClr val="000000"/>
            </a:solidFill>
            <a:miter lim="800000"/>
            <a:headEnd/>
            <a:tailEnd/>
          </a:ln>
        </p:spPr>
      </p:sp>
      <p:sp>
        <p:nvSpPr>
          <p:cNvPr id="17411" name="Rectangle 3"/>
          <p:cNvSpPr>
            <a:spLocks noGrp="1"/>
          </p:cNvSpPr>
          <p:nvPr>
            <p:ph type="body" idx="1"/>
          </p:nvPr>
        </p:nvSpPr>
        <p:spPr bwMode="auto">
          <a:noFill/>
        </p:spPr>
        <p:txBody>
          <a:bodyPr wrap="square" numCol="1" anchor="t" anchorCtr="0" compatLnSpc="1">
            <a:prstTxWarp prst="textNoShape">
              <a:avLst/>
            </a:prstTxWarp>
          </a:bodyPr>
          <a:lstStyle/>
          <a:p>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43</a:t>
            </a:fld>
            <a:endParaRPr lang="en-US"/>
          </a:p>
        </p:txBody>
      </p:sp>
    </p:spTree>
    <p:extLst>
      <p:ext uri="{BB962C8B-B14F-4D97-AF65-F5344CB8AC3E}">
        <p14:creationId xmlns:p14="http://schemas.microsoft.com/office/powerpoint/2010/main" val="126640288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988598"/>
            <a:ext cx="9144000" cy="1521364"/>
          </a:xfrm>
          <a:solidFill>
            <a:schemeClr val="accent2"/>
          </a:solidFill>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227414"/>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0" name="TextBox 9"/>
          <p:cNvSpPr txBox="1"/>
          <p:nvPr userDrawn="1"/>
        </p:nvSpPr>
        <p:spPr>
          <a:xfrm>
            <a:off x="0" y="6461294"/>
            <a:ext cx="12192000" cy="403934"/>
          </a:xfrm>
          <a:prstGeom prst="rect">
            <a:avLst/>
          </a:prstGeom>
          <a:solidFill>
            <a:schemeClr val="accent2"/>
          </a:solidFill>
        </p:spPr>
        <p:txBody>
          <a:bodyPr wrap="square" rtlCol="0">
            <a:spAutoFit/>
          </a:bodyPr>
          <a:lstStyle/>
          <a:p>
            <a:endParaRPr lang="en-US"/>
          </a:p>
        </p:txBody>
      </p:sp>
      <p:pic>
        <p:nvPicPr>
          <p:cNvPr id="9" name="Picture 2" descr="NET Exceptions - System.Data.ObjectNotFoundException">
            <a:extLst>
              <a:ext uri="{FF2B5EF4-FFF2-40B4-BE49-F238E27FC236}">
                <a16:creationId xmlns:a16="http://schemas.microsoft.com/office/drawing/2014/main" id="{0E34F79C-EF24-43DE-BD57-B4D9A321B701}"/>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277178" y="0"/>
            <a:ext cx="1953088" cy="7812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9551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extBox 7"/>
          <p:cNvSpPr txBox="1"/>
          <p:nvPr userDrawn="1"/>
        </p:nvSpPr>
        <p:spPr>
          <a:xfrm>
            <a:off x="0" y="6461294"/>
            <a:ext cx="12192000" cy="403934"/>
          </a:xfrm>
          <a:prstGeom prst="rect">
            <a:avLst/>
          </a:prstGeom>
          <a:solidFill>
            <a:schemeClr val="accent2"/>
          </a:solidFill>
        </p:spPr>
        <p:txBody>
          <a:bodyPr wrap="square" rtlCol="0">
            <a:spAutoFit/>
          </a:bodyPr>
          <a:lstStyle/>
          <a:p>
            <a:endParaRPr lang="en-US"/>
          </a:p>
        </p:txBody>
      </p:sp>
      <p:sp>
        <p:nvSpPr>
          <p:cNvPr id="2" name="Title 1"/>
          <p:cNvSpPr>
            <a:spLocks noGrp="1"/>
          </p:cNvSpPr>
          <p:nvPr>
            <p:ph type="title"/>
          </p:nvPr>
        </p:nvSpPr>
        <p:spPr>
          <a:xfrm>
            <a:off x="838200" y="620209"/>
            <a:ext cx="10515600" cy="575433"/>
          </a:xfrm>
          <a:solidFill>
            <a:schemeClr val="bg1"/>
          </a:solidFill>
        </p:spPr>
        <p:txBody>
          <a:bodyPr/>
          <a:lstStyle/>
          <a:p>
            <a:r>
              <a:rPr lang="en-US" dirty="0"/>
              <a:t>Click to edit Master title style</a:t>
            </a:r>
          </a:p>
        </p:txBody>
      </p:sp>
      <p:sp>
        <p:nvSpPr>
          <p:cNvPr id="3" name="Content Placeholder 2"/>
          <p:cNvSpPr>
            <a:spLocks noGrp="1"/>
          </p:cNvSpPr>
          <p:nvPr>
            <p:ph idx="1"/>
          </p:nvPr>
        </p:nvSpPr>
        <p:spPr>
          <a:xfrm>
            <a:off x="838200" y="1535811"/>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38200" y="6480699"/>
            <a:ext cx="2743200" cy="365125"/>
          </a:xfrm>
        </p:spPr>
        <p:txBody>
          <a:bodyPr/>
          <a:lstStyle>
            <a:lvl1pPr>
              <a:defRPr>
                <a:solidFill>
                  <a:schemeClr val="tx1"/>
                </a:solidFill>
              </a:defRPr>
            </a:lvl1pPr>
          </a:lstStyle>
          <a:p>
            <a:fld id="{5DCBE059-FAD7-45D8-8659-E6542D1E092D}" type="datetime1">
              <a:rPr lang="en-US" smtClean="0"/>
              <a:t>5/14/2024</a:t>
            </a:fld>
            <a:endParaRPr lang="en-US" dirty="0"/>
          </a:p>
        </p:txBody>
      </p:sp>
      <p:sp>
        <p:nvSpPr>
          <p:cNvPr id="6" name="Slide Number Placeholder 5"/>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a:t>
            </a:fld>
            <a:endParaRPr lang="en-US" dirty="0"/>
          </a:p>
        </p:txBody>
      </p:sp>
      <p:sp>
        <p:nvSpPr>
          <p:cNvPr id="13" name="TextBox 12"/>
          <p:cNvSpPr txBox="1"/>
          <p:nvPr userDrawn="1"/>
        </p:nvSpPr>
        <p:spPr>
          <a:xfrm>
            <a:off x="1" y="600803"/>
            <a:ext cx="207390" cy="973473"/>
          </a:xfrm>
          <a:prstGeom prst="rect">
            <a:avLst/>
          </a:prstGeom>
          <a:solidFill>
            <a:srgbClr val="F4AF80"/>
          </a:solidFill>
        </p:spPr>
        <p:txBody>
          <a:bodyPr wrap="square" rtlCol="0">
            <a:spAutoFit/>
          </a:bodyPr>
          <a:lstStyle/>
          <a:p>
            <a:endParaRPr lang="en-US"/>
          </a:p>
        </p:txBody>
      </p:sp>
      <p:pic>
        <p:nvPicPr>
          <p:cNvPr id="10" name="Picture 2" descr="NET Exceptions - System.Data.ObjectNotFoundException">
            <a:extLst>
              <a:ext uri="{FF2B5EF4-FFF2-40B4-BE49-F238E27FC236}">
                <a16:creationId xmlns:a16="http://schemas.microsoft.com/office/drawing/2014/main" id="{3B7C805C-C49E-470D-A3F6-88B774BFE7AE}"/>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277178" y="0"/>
            <a:ext cx="1953088" cy="7812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2227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7E1B290-3044-40C7-AA46-9B0CCEDB6684}" type="datetime1">
              <a:rPr lang="en-US" smtClean="0"/>
              <a:t>5/14/2024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990805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5BA51A4-3D8F-4464-8762-2F11075995B0}" type="datetime1">
              <a:rPr lang="en-US" smtClean="0"/>
              <a:t>5/14/2024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4101125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C9A75F2-1863-4BCF-AC90-7D654EE5EB9B}" type="datetime1">
              <a:rPr lang="en-US" smtClean="0"/>
              <a:t>5/14/2024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933054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6B88147-667F-48AF-BB78-925C77FB1ED5}" type="datetime1">
              <a:rPr lang="en-US" smtClean="0"/>
              <a:t>5/14/2024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6231305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CF7447-14DD-4ED9-9DC3-53E53412F13F}" type="datetime1">
              <a:rPr lang="en-US" smtClean="0"/>
              <a:t>5/14/2024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320444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8B989FD-A8A7-4EF7-934B-4294CDFB4341}" type="datetime1">
              <a:rPr lang="en-US" smtClean="0"/>
              <a:t>5/14/2024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15110758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DBA8CCC-DE58-4D83-99E0-7A1DE88915B5}" type="datetime1">
              <a:rPr lang="en-US" smtClean="0"/>
              <a:t>5/14/2024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2411777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C414C8F-3CFE-44B4-89F8-C659E998D398}" type="datetime1">
              <a:rPr lang="en-US" smtClean="0"/>
              <a:t>5/14/2024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2204434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BAC03C-5900-4E12-A645-6AFB6C5C4596}" type="datetime1">
              <a:rPr lang="en-US" smtClean="0"/>
              <a:t>5/14/2024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825595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22FEAF-88BC-4AD8-A38B-DFC1FEA4C83E}" type="datetime1">
              <a:rPr lang="en-US" smtClean="0"/>
              <a:t>5/14/2024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691216-F62E-4FB8-B968-3BF60F6CBEA2}" type="slidenum">
              <a:rPr lang="en-US" smtClean="0"/>
              <a:t>‹#›</a:t>
            </a:fld>
            <a:endParaRPr lang="en-US"/>
          </a:p>
        </p:txBody>
      </p:sp>
      <p:pic>
        <p:nvPicPr>
          <p:cNvPr id="10" name="Picture 9">
            <a:extLst>
              <a:ext uri="{FF2B5EF4-FFF2-40B4-BE49-F238E27FC236}">
                <a16:creationId xmlns:a16="http://schemas.microsoft.com/office/drawing/2014/main" id="{A2BA8DF9-D860-4FED-88DF-33B83B2DC908}"/>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838200" y="50009"/>
            <a:ext cx="1145875" cy="630231"/>
          </a:xfrm>
          <a:prstGeom prst="rect">
            <a:avLst/>
          </a:prstGeom>
        </p:spPr>
      </p:pic>
    </p:spTree>
    <p:extLst>
      <p:ext uri="{BB962C8B-B14F-4D97-AF65-F5344CB8AC3E}">
        <p14:creationId xmlns:p14="http://schemas.microsoft.com/office/powerpoint/2010/main" val="13047846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3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image" Target="../media/image51.png"/></Relationships>
</file>

<file path=ppt/slides/_rels/slide3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3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image" Target="../media/image56.png"/></Relationships>
</file>

<file path=ppt/slides/_rels/slide3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35724" y="2241458"/>
            <a:ext cx="10720551" cy="1774360"/>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chor="ctr">
            <a:normAutofit/>
          </a:bodyPr>
          <a:lstStyle/>
          <a:p>
            <a:r>
              <a:rPr lang="en-US" altLang="ko-KR" sz="4400" b="1">
                <a:latin typeface="Arial" panose="020B0604020202020204" pitchFamily="34" charset="0"/>
                <a:cs typeface="Arial" panose="020B0604020202020204" pitchFamily="34" charset="0"/>
              </a:rPr>
              <a:t> </a:t>
            </a:r>
            <a:r>
              <a:rPr lang="en-US" altLang="ko-KR" sz="4400" b="1">
                <a:solidFill>
                  <a:schemeClr val="accent2"/>
                </a:solidFill>
                <a:latin typeface="Arial" panose="020B0604020202020204" pitchFamily="34" charset="0"/>
                <a:cs typeface="Arial" panose="020B0604020202020204" pitchFamily="34" charset="0"/>
                <a:sym typeface="Arial"/>
              </a:rPr>
              <a:t>Object-Oriented Programming</a:t>
            </a:r>
            <a:endParaRPr lang="en-US" sz="4400" b="1" dirty="0">
              <a:solidFill>
                <a:schemeClr val="accent2"/>
              </a:solidFill>
              <a:latin typeface="Arial" panose="020B0604020202020204" pitchFamily="34" charset="0"/>
              <a:cs typeface="Arial" panose="020B0604020202020204" pitchFamily="34" charset="0"/>
              <a:sym typeface="Arial"/>
            </a:endParaRPr>
          </a:p>
        </p:txBody>
      </p:sp>
    </p:spTree>
    <p:extLst>
      <p:ext uri="{BB962C8B-B14F-4D97-AF65-F5344CB8AC3E}">
        <p14:creationId xmlns:p14="http://schemas.microsoft.com/office/powerpoint/2010/main" val="1575391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a:t>
            </a:fld>
            <a:endParaRPr kumimoji="0" lang="en-US" dirty="0"/>
          </a:p>
        </p:txBody>
      </p:sp>
      <p:sp>
        <p:nvSpPr>
          <p:cNvPr id="4" name="Content Placeholder 3"/>
          <p:cNvSpPr>
            <a:spLocks noGrp="1"/>
          </p:cNvSpPr>
          <p:nvPr>
            <p:ph sz="quarter" idx="1"/>
          </p:nvPr>
        </p:nvSpPr>
        <p:spPr>
          <a:xfrm>
            <a:off x="622540" y="1229166"/>
            <a:ext cx="11092929" cy="5166469"/>
          </a:xfrm>
        </p:spPr>
        <p:txBody>
          <a:bodyPr>
            <a:noAutofit/>
          </a:bodyPr>
          <a:lstStyle/>
          <a:p>
            <a:pPr marL="342900" indent="-342900">
              <a:lnSpc>
                <a:spcPct val="150000"/>
              </a:lnSpc>
              <a:buClr>
                <a:srgbClr val="973735"/>
              </a:buClr>
              <a:buSzPct val="50000"/>
              <a:buFont typeface="Wingdings" pitchFamily="2" charset="2"/>
              <a:buChar char="u"/>
              <a:defRPr/>
            </a:pPr>
            <a:r>
              <a:rPr lang="en-US"/>
              <a:t>Explain about OOP</a:t>
            </a:r>
          </a:p>
          <a:p>
            <a:pPr marL="342900" indent="-342900">
              <a:lnSpc>
                <a:spcPct val="150000"/>
              </a:lnSpc>
              <a:buClr>
                <a:srgbClr val="973735"/>
              </a:buClr>
              <a:buSzPct val="50000"/>
              <a:buFont typeface="Wingdings" pitchFamily="2" charset="2"/>
              <a:buChar char="u"/>
              <a:defRPr/>
            </a:pPr>
            <a:r>
              <a:rPr lang="en-US"/>
              <a:t>Explain classes and objects</a:t>
            </a:r>
          </a:p>
          <a:p>
            <a:pPr marL="342900" indent="-342900">
              <a:lnSpc>
                <a:spcPct val="150000"/>
              </a:lnSpc>
              <a:buClr>
                <a:srgbClr val="973735"/>
              </a:buClr>
              <a:buSzPct val="50000"/>
              <a:buFont typeface="Wingdings" pitchFamily="2" charset="2"/>
              <a:buChar char="u"/>
              <a:defRPr/>
            </a:pPr>
            <a:r>
              <a:rPr lang="en-US"/>
              <a:t>Define and describe methods</a:t>
            </a:r>
          </a:p>
          <a:p>
            <a:pPr marL="342900" indent="-342900">
              <a:lnSpc>
                <a:spcPct val="150000"/>
              </a:lnSpc>
              <a:buClr>
                <a:srgbClr val="973735"/>
              </a:buClr>
              <a:buSzPct val="50000"/>
              <a:buFont typeface="Wingdings" pitchFamily="2" charset="2"/>
              <a:buChar char="u"/>
              <a:defRPr/>
            </a:pPr>
            <a:r>
              <a:rPr lang="en-US"/>
              <a:t>Explain about the access modifiers</a:t>
            </a:r>
          </a:p>
          <a:p>
            <a:pPr marL="342900" indent="-342900">
              <a:lnSpc>
                <a:spcPct val="150000"/>
              </a:lnSpc>
              <a:buClr>
                <a:srgbClr val="973735"/>
              </a:buClr>
              <a:buSzPct val="50000"/>
              <a:buFont typeface="Wingdings" pitchFamily="2" charset="2"/>
              <a:buChar char="u"/>
              <a:defRPr/>
            </a:pPr>
            <a:r>
              <a:rPr lang="en-US"/>
              <a:t>Define and describe inheritance</a:t>
            </a:r>
          </a:p>
          <a:p>
            <a:pPr marL="342900" indent="-342900">
              <a:lnSpc>
                <a:spcPct val="150000"/>
              </a:lnSpc>
              <a:buClr>
                <a:srgbClr val="973735"/>
              </a:buClr>
              <a:buSzPct val="50000"/>
              <a:buFont typeface="Wingdings" pitchFamily="2" charset="2"/>
              <a:buChar char="u"/>
              <a:defRPr/>
            </a:pPr>
            <a:r>
              <a:rPr lang="en-US"/>
              <a:t>Explain about method overriding</a:t>
            </a:r>
          </a:p>
          <a:p>
            <a:pPr marL="342900" indent="-342900">
              <a:lnSpc>
                <a:spcPct val="150000"/>
              </a:lnSpc>
              <a:buClr>
                <a:srgbClr val="973735"/>
              </a:buClr>
              <a:buSzPct val="50000"/>
              <a:buFont typeface="Wingdings" pitchFamily="2" charset="2"/>
              <a:buChar char="u"/>
              <a:defRPr/>
            </a:pPr>
            <a:r>
              <a:rPr lang="en-US"/>
              <a:t>Explain about polymorphism and abstraction</a:t>
            </a:r>
            <a:endParaRPr lang="en-US" dirty="0"/>
          </a:p>
        </p:txBody>
      </p:sp>
      <p:sp>
        <p:nvSpPr>
          <p:cNvPr id="7" name="Date Placeholder 3">
            <a:extLst>
              <a:ext uri="{FF2B5EF4-FFF2-40B4-BE49-F238E27FC236}">
                <a16:creationId xmlns:a16="http://schemas.microsoft.com/office/drawing/2014/main" id="{1753D172-1458-45E9-A4F8-A4845EE390FE}"/>
              </a:ext>
            </a:extLst>
          </p:cNvPr>
          <p:cNvSpPr>
            <a:spLocks noGrp="1"/>
          </p:cNvSpPr>
          <p:nvPr>
            <p:ph type="dt" sz="half" idx="10"/>
          </p:nvPr>
        </p:nvSpPr>
        <p:spPr>
          <a:xfrm>
            <a:off x="838200" y="6487317"/>
            <a:ext cx="2743200" cy="365125"/>
          </a:xfrm>
        </p:spPr>
        <p:txBody>
          <a:bodyPr/>
          <a:lstStyle>
            <a:lvl1pPr>
              <a:defRPr>
                <a:solidFill>
                  <a:schemeClr val="tx1"/>
                </a:solidFill>
              </a:defRPr>
            </a:lvl1pPr>
          </a:lstStyle>
          <a:p>
            <a:fld id="{5DCBE059-FAD7-45D8-8659-E6542D1E092D}" type="datetime1">
              <a:rPr lang="en-US" smtClean="0"/>
              <a:t>5/14/2024</a:t>
            </a:fld>
            <a:endParaRPr lang="en-US" dirty="0"/>
          </a:p>
        </p:txBody>
      </p:sp>
      <p:sp>
        <p:nvSpPr>
          <p:cNvPr id="8" name="Rectangle 2">
            <a:extLst>
              <a:ext uri="{FF2B5EF4-FFF2-40B4-BE49-F238E27FC236}">
                <a16:creationId xmlns:a16="http://schemas.microsoft.com/office/drawing/2014/main" id="{FF319F56-852E-4ECD-A4BE-395F066166B4}"/>
              </a:ext>
            </a:extLst>
          </p:cNvPr>
          <p:cNvSpPr>
            <a:spLocks noGrp="1"/>
          </p:cNvSpPr>
          <p:nvPr>
            <p:ph type="title"/>
          </p:nvPr>
        </p:nvSpPr>
        <p:spPr>
          <a:xfrm>
            <a:off x="476531" y="699834"/>
            <a:ext cx="10806720" cy="571864"/>
          </a:xfrm>
        </p:spPr>
        <p:txBody>
          <a:bodyPr>
            <a:noAutofit/>
          </a:bodyPr>
          <a:lstStyle/>
          <a:p>
            <a:r>
              <a:rPr lang="en-US" sz="4000" b="1" dirty="0"/>
              <a:t>Objectives </a:t>
            </a:r>
          </a:p>
        </p:txBody>
      </p:sp>
    </p:spTree>
    <p:extLst>
      <p:ext uri="{BB962C8B-B14F-4D97-AF65-F5344CB8AC3E}">
        <p14:creationId xmlns:p14="http://schemas.microsoft.com/office/powerpoint/2010/main" val="17368487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a:t>
            </a:fld>
            <a:endParaRPr kumimoji="0" lang="en-US" dirty="0"/>
          </a:p>
        </p:txBody>
      </p:sp>
      <p:sp>
        <p:nvSpPr>
          <p:cNvPr id="4" name="Content Placeholder 3"/>
          <p:cNvSpPr>
            <a:spLocks noGrp="1"/>
          </p:cNvSpPr>
          <p:nvPr>
            <p:ph sz="quarter" idx="1"/>
          </p:nvPr>
        </p:nvSpPr>
        <p:spPr>
          <a:xfrm>
            <a:off x="762740" y="1439047"/>
            <a:ext cx="11092929" cy="4908590"/>
          </a:xfrm>
        </p:spPr>
        <p:txBody>
          <a:bodyPr>
            <a:noAutofit/>
          </a:bodyPr>
          <a:lstStyle/>
          <a:p>
            <a:pPr marL="342900" indent="-342900">
              <a:lnSpc>
                <a:spcPct val="100000"/>
              </a:lnSpc>
              <a:buClr>
                <a:srgbClr val="973735"/>
              </a:buClr>
              <a:buSzPct val="50000"/>
              <a:buFont typeface="Wingdings" pitchFamily="2" charset="2"/>
              <a:buChar char="u"/>
              <a:defRPr/>
            </a:pPr>
            <a:r>
              <a:rPr lang="en-US"/>
              <a:t>Discuss more new features in OOP :  </a:t>
            </a:r>
          </a:p>
          <a:p>
            <a:pPr marL="800100" marR="13335" lvl="1" indent="-342900" algn="just">
              <a:lnSpc>
                <a:spcPct val="100000"/>
              </a:lnSpc>
              <a:spcAft>
                <a:spcPts val="300"/>
              </a:spcAft>
              <a:buClr>
                <a:srgbClr val="C00000"/>
              </a:buClr>
              <a:buSzPct val="70000"/>
              <a:buFont typeface="Wingdings" panose="05000000000000000000" pitchFamily="2" charset="2"/>
              <a:buChar char="§"/>
              <a:tabLst>
                <a:tab pos="652780" algn="l"/>
                <a:tab pos="653415" algn="l"/>
              </a:tabLst>
              <a:defRPr/>
            </a:pPr>
            <a:r>
              <a:rPr lang="en-US" sz="2500"/>
              <a:t>Properties, Auto-implemented properties</a:t>
            </a:r>
          </a:p>
          <a:p>
            <a:pPr marL="800100" marR="13335" lvl="1" indent="-342900" algn="just">
              <a:lnSpc>
                <a:spcPct val="100000"/>
              </a:lnSpc>
              <a:spcAft>
                <a:spcPts val="300"/>
              </a:spcAft>
              <a:buClr>
                <a:srgbClr val="C00000"/>
              </a:buClr>
              <a:buSzPct val="70000"/>
              <a:buFont typeface="Wingdings" panose="05000000000000000000" pitchFamily="2" charset="2"/>
              <a:buChar char="§"/>
              <a:tabLst>
                <a:tab pos="652780" algn="l"/>
                <a:tab pos="653415" algn="l"/>
              </a:tabLst>
              <a:defRPr/>
            </a:pPr>
            <a:r>
              <a:rPr lang="en-US" sz="2500"/>
              <a:t>Static class and Extension Method</a:t>
            </a:r>
          </a:p>
          <a:p>
            <a:pPr marL="800100" marR="13335" lvl="1" indent="-342900" algn="just">
              <a:lnSpc>
                <a:spcPct val="100000"/>
              </a:lnSpc>
              <a:spcAft>
                <a:spcPts val="300"/>
              </a:spcAft>
              <a:buClr>
                <a:srgbClr val="C00000"/>
              </a:buClr>
              <a:buSzPct val="70000"/>
              <a:buFont typeface="Wingdings" panose="05000000000000000000" pitchFamily="2" charset="2"/>
              <a:buChar char="§"/>
              <a:tabLst>
                <a:tab pos="652780" algn="l"/>
                <a:tab pos="653415" algn="l"/>
              </a:tabLst>
              <a:defRPr/>
            </a:pPr>
            <a:r>
              <a:rPr lang="en-US" sz="2500"/>
              <a:t>Anonymous Type and Default contructor</a:t>
            </a:r>
          </a:p>
          <a:p>
            <a:pPr marL="800100" marR="13335" lvl="1" indent="-342900" algn="just">
              <a:lnSpc>
                <a:spcPct val="100000"/>
              </a:lnSpc>
              <a:spcAft>
                <a:spcPts val="300"/>
              </a:spcAft>
              <a:buClr>
                <a:srgbClr val="C00000"/>
              </a:buClr>
              <a:buSzPct val="70000"/>
              <a:buFont typeface="Wingdings" panose="05000000000000000000" pitchFamily="2" charset="2"/>
              <a:buChar char="§"/>
              <a:tabLst>
                <a:tab pos="652780" algn="l"/>
                <a:tab pos="653415" algn="l"/>
              </a:tabLst>
              <a:defRPr/>
            </a:pPr>
            <a:r>
              <a:rPr lang="en-US" sz="2500"/>
              <a:t>Readonly members and Default interface methods</a:t>
            </a:r>
          </a:p>
          <a:p>
            <a:pPr marL="800100" marR="13335" lvl="1" indent="-342900" algn="just">
              <a:lnSpc>
                <a:spcPct val="100000"/>
              </a:lnSpc>
              <a:spcAft>
                <a:spcPts val="300"/>
              </a:spcAft>
              <a:buClr>
                <a:srgbClr val="C00000"/>
              </a:buClr>
              <a:buSzPct val="70000"/>
              <a:buFont typeface="Wingdings" panose="05000000000000000000" pitchFamily="2" charset="2"/>
              <a:buChar char="§"/>
              <a:tabLst>
                <a:tab pos="652780" algn="l"/>
                <a:tab pos="653415" algn="l"/>
              </a:tabLst>
              <a:defRPr/>
            </a:pPr>
            <a:r>
              <a:rPr lang="en-US" sz="2500"/>
              <a:t>Using declarations </a:t>
            </a:r>
          </a:p>
          <a:p>
            <a:pPr marL="800100" marR="13335" lvl="1" indent="-342900" algn="just">
              <a:lnSpc>
                <a:spcPct val="100000"/>
              </a:lnSpc>
              <a:spcAft>
                <a:spcPts val="300"/>
              </a:spcAft>
              <a:buClr>
                <a:srgbClr val="C00000"/>
              </a:buClr>
              <a:buSzPct val="70000"/>
              <a:buFont typeface="Wingdings" panose="05000000000000000000" pitchFamily="2" charset="2"/>
              <a:buChar char="§"/>
              <a:tabLst>
                <a:tab pos="652780" algn="l"/>
                <a:tab pos="653415" algn="l"/>
              </a:tabLst>
              <a:defRPr/>
            </a:pPr>
            <a:r>
              <a:rPr lang="en-US" sz="2500"/>
              <a:t>Expression-bodied members</a:t>
            </a:r>
          </a:p>
          <a:p>
            <a:pPr marL="800100" marR="13335" lvl="1" indent="-342900" algn="just">
              <a:lnSpc>
                <a:spcPct val="100000"/>
              </a:lnSpc>
              <a:spcAft>
                <a:spcPts val="300"/>
              </a:spcAft>
              <a:buClr>
                <a:srgbClr val="C00000"/>
              </a:buClr>
              <a:buSzPct val="70000"/>
              <a:buFont typeface="Wingdings" panose="05000000000000000000" pitchFamily="2" charset="2"/>
              <a:buChar char="§"/>
              <a:tabLst>
                <a:tab pos="652780" algn="l"/>
                <a:tab pos="653415" algn="l"/>
              </a:tabLst>
              <a:defRPr/>
            </a:pPr>
            <a:r>
              <a:rPr lang="en-US" sz="2500"/>
              <a:t>Record type</a:t>
            </a:r>
          </a:p>
          <a:p>
            <a:pPr marL="800100" marR="13335" lvl="1" indent="-342900" algn="just">
              <a:lnSpc>
                <a:spcPct val="100000"/>
              </a:lnSpc>
              <a:spcAft>
                <a:spcPts val="300"/>
              </a:spcAft>
              <a:buClr>
                <a:srgbClr val="C00000"/>
              </a:buClr>
              <a:buSzPct val="70000"/>
              <a:buFont typeface="Wingdings" panose="05000000000000000000" pitchFamily="2" charset="2"/>
              <a:buChar char="§"/>
              <a:tabLst>
                <a:tab pos="652780" algn="l"/>
                <a:tab pos="653415" algn="l"/>
              </a:tabLst>
              <a:defRPr/>
            </a:pPr>
            <a:r>
              <a:rPr lang="en-US" sz="2500"/>
              <a:t>Object Initialize</a:t>
            </a:r>
          </a:p>
          <a:p>
            <a:pPr marL="800100" marR="13335" lvl="1" indent="-342900" algn="just">
              <a:lnSpc>
                <a:spcPct val="100000"/>
              </a:lnSpc>
              <a:spcAft>
                <a:spcPts val="300"/>
              </a:spcAft>
              <a:buClr>
                <a:srgbClr val="C00000"/>
              </a:buClr>
              <a:buSzPct val="70000"/>
              <a:buFont typeface="Wingdings" panose="05000000000000000000" pitchFamily="2" charset="2"/>
              <a:buChar char="§"/>
              <a:tabLst>
                <a:tab pos="652780" algn="l"/>
                <a:tab pos="653415" algn="l"/>
              </a:tabLst>
              <a:defRPr/>
            </a:pPr>
            <a:r>
              <a:rPr lang="en-US" sz="2500"/>
              <a:t>Read-only auto-properties and Init-Only Properties</a:t>
            </a:r>
          </a:p>
          <a:p>
            <a:pPr marL="800100" marR="13335" lvl="1" indent="-342900" algn="just">
              <a:lnSpc>
                <a:spcPct val="100000"/>
              </a:lnSpc>
              <a:spcAft>
                <a:spcPts val="300"/>
              </a:spcAft>
              <a:buClr>
                <a:srgbClr val="C00000"/>
              </a:buClr>
              <a:buSzPct val="70000"/>
              <a:buFont typeface="Wingdings" panose="05000000000000000000" pitchFamily="2" charset="2"/>
              <a:buChar char="§"/>
              <a:tabLst>
                <a:tab pos="652780" algn="l"/>
                <a:tab pos="653415" algn="l"/>
              </a:tabLst>
              <a:defRPr/>
            </a:pPr>
            <a:endParaRPr lang="en-US" dirty="0"/>
          </a:p>
        </p:txBody>
      </p:sp>
      <p:sp>
        <p:nvSpPr>
          <p:cNvPr id="7" name="Date Placeholder 3">
            <a:extLst>
              <a:ext uri="{FF2B5EF4-FFF2-40B4-BE49-F238E27FC236}">
                <a16:creationId xmlns:a16="http://schemas.microsoft.com/office/drawing/2014/main" id="{1753D172-1458-45E9-A4F8-A4845EE390FE}"/>
              </a:ext>
            </a:extLst>
          </p:cNvPr>
          <p:cNvSpPr>
            <a:spLocks noGrp="1"/>
          </p:cNvSpPr>
          <p:nvPr>
            <p:ph type="dt" sz="half" idx="10"/>
          </p:nvPr>
        </p:nvSpPr>
        <p:spPr>
          <a:xfrm>
            <a:off x="838200" y="6487317"/>
            <a:ext cx="2743200" cy="365125"/>
          </a:xfrm>
        </p:spPr>
        <p:txBody>
          <a:bodyPr/>
          <a:lstStyle>
            <a:lvl1pPr>
              <a:defRPr>
                <a:solidFill>
                  <a:schemeClr val="tx1"/>
                </a:solidFill>
              </a:defRPr>
            </a:lvl1pPr>
          </a:lstStyle>
          <a:p>
            <a:fld id="{5DCBE059-FAD7-45D8-8659-E6542D1E092D}" type="datetime1">
              <a:rPr lang="en-US" smtClean="0"/>
              <a:t>5/14/2024</a:t>
            </a:fld>
            <a:endParaRPr lang="en-US" dirty="0"/>
          </a:p>
        </p:txBody>
      </p:sp>
      <p:sp>
        <p:nvSpPr>
          <p:cNvPr id="8" name="Rectangle 2">
            <a:extLst>
              <a:ext uri="{FF2B5EF4-FFF2-40B4-BE49-F238E27FC236}">
                <a16:creationId xmlns:a16="http://schemas.microsoft.com/office/drawing/2014/main" id="{FF319F56-852E-4ECD-A4BE-395F066166B4}"/>
              </a:ext>
            </a:extLst>
          </p:cNvPr>
          <p:cNvSpPr>
            <a:spLocks noGrp="1"/>
          </p:cNvSpPr>
          <p:nvPr>
            <p:ph type="title"/>
          </p:nvPr>
        </p:nvSpPr>
        <p:spPr>
          <a:xfrm>
            <a:off x="452419" y="673417"/>
            <a:ext cx="10806720" cy="748017"/>
          </a:xfrm>
        </p:spPr>
        <p:txBody>
          <a:bodyPr>
            <a:normAutofit/>
          </a:bodyPr>
          <a:lstStyle/>
          <a:p>
            <a:r>
              <a:rPr lang="en-US" sz="4000" b="1" dirty="0"/>
              <a:t>Objectives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F14A1CD-D8C7-4754-B8BC-9E60FFE0373E}"/>
              </a:ext>
            </a:extLst>
          </p:cNvPr>
          <p:cNvSpPr>
            <a:spLocks noGrp="1"/>
          </p:cNvSpPr>
          <p:nvPr>
            <p:ph type="dt" sz="half" idx="10"/>
          </p:nvPr>
        </p:nvSpPr>
        <p:spPr/>
        <p:txBody>
          <a:bodyPr/>
          <a:lstStyle/>
          <a:p>
            <a:fld id="{5DCBE059-FAD7-45D8-8659-E6542D1E092D}" type="datetime1">
              <a:rPr lang="en-US" smtClean="0"/>
              <a:t>5/14/2024</a:t>
            </a:fld>
            <a:endParaRPr lang="en-US" dirty="0"/>
          </a:p>
        </p:txBody>
      </p:sp>
      <p:sp>
        <p:nvSpPr>
          <p:cNvPr id="5" name="Slide Number Placeholder 4">
            <a:extLst>
              <a:ext uri="{FF2B5EF4-FFF2-40B4-BE49-F238E27FC236}">
                <a16:creationId xmlns:a16="http://schemas.microsoft.com/office/drawing/2014/main" id="{50901BE0-36B7-4899-B73E-5A741B439F14}"/>
              </a:ext>
            </a:extLst>
          </p:cNvPr>
          <p:cNvSpPr>
            <a:spLocks noGrp="1"/>
          </p:cNvSpPr>
          <p:nvPr>
            <p:ph type="sldNum" sz="quarter" idx="12"/>
          </p:nvPr>
        </p:nvSpPr>
        <p:spPr/>
        <p:txBody>
          <a:bodyPr/>
          <a:lstStyle/>
          <a:p>
            <a:fld id="{CC0149FD-98BB-4821-915B-09C9BFE4B727}" type="slidenum">
              <a:rPr lang="en-US" smtClean="0"/>
              <a:pPr/>
              <a:t>4</a:t>
            </a:fld>
            <a:endParaRPr lang="en-US" dirty="0"/>
          </a:p>
        </p:txBody>
      </p:sp>
      <p:sp>
        <p:nvSpPr>
          <p:cNvPr id="13" name="Content Placeholder 2">
            <a:extLst>
              <a:ext uri="{FF2B5EF4-FFF2-40B4-BE49-F238E27FC236}">
                <a16:creationId xmlns:a16="http://schemas.microsoft.com/office/drawing/2014/main" id="{F5B09507-0EFC-46B8-8B82-496F3EC47859}"/>
              </a:ext>
            </a:extLst>
          </p:cNvPr>
          <p:cNvSpPr txBox="1">
            <a:spLocks/>
          </p:cNvSpPr>
          <p:nvPr/>
        </p:nvSpPr>
        <p:spPr>
          <a:xfrm>
            <a:off x="31530" y="1610655"/>
            <a:ext cx="12044855" cy="456236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lnSpc>
                <a:spcPct val="100000"/>
              </a:lnSpc>
              <a:spcBef>
                <a:spcPts val="600"/>
              </a:spcBef>
              <a:spcAft>
                <a:spcPts val="600"/>
              </a:spcAft>
              <a:buClr>
                <a:srgbClr val="973735"/>
              </a:buClr>
              <a:buSzPct val="50000"/>
              <a:buFont typeface="Wingdings" pitchFamily="2" charset="2"/>
              <a:buChar char="u"/>
              <a:defRPr/>
            </a:pPr>
            <a:r>
              <a:rPr lang="en-US" sz="2600"/>
              <a:t>Programming languages are based on two fundamental concepts: data and ways to manipulate data. This approach had several drawbacks such as lack of </a:t>
            </a:r>
            <a:r>
              <a:rPr lang="en-US" sz="2600" b="1"/>
              <a:t>re-use</a:t>
            </a:r>
            <a:r>
              <a:rPr lang="en-US" sz="2600"/>
              <a:t> and lack of </a:t>
            </a:r>
            <a:r>
              <a:rPr lang="en-US" sz="2600" b="1"/>
              <a:t>maintainability</a:t>
            </a:r>
            <a:endParaRPr lang="en-US" sz="2600"/>
          </a:p>
          <a:p>
            <a:pPr marL="342900" indent="-342900" algn="just">
              <a:lnSpc>
                <a:spcPct val="100000"/>
              </a:lnSpc>
              <a:spcBef>
                <a:spcPts val="600"/>
              </a:spcBef>
              <a:spcAft>
                <a:spcPts val="600"/>
              </a:spcAft>
              <a:buClr>
                <a:srgbClr val="973735"/>
              </a:buClr>
              <a:buSzPct val="50000"/>
              <a:buFont typeface="Wingdings" pitchFamily="2" charset="2"/>
              <a:buChar char="u"/>
              <a:defRPr/>
            </a:pPr>
            <a:r>
              <a:rPr lang="en-US" sz="2600"/>
              <a:t>To overcome these difficulties, OOP was introduced, which focused on data rather than the ways to manipulate data</a:t>
            </a:r>
          </a:p>
          <a:p>
            <a:pPr marL="342900" indent="-342900" algn="just">
              <a:lnSpc>
                <a:spcPct val="100000"/>
              </a:lnSpc>
              <a:spcBef>
                <a:spcPts val="600"/>
              </a:spcBef>
              <a:spcAft>
                <a:spcPts val="600"/>
              </a:spcAft>
              <a:buClr>
                <a:srgbClr val="973735"/>
              </a:buClr>
              <a:buSzPct val="50000"/>
              <a:buFont typeface="Wingdings" pitchFamily="2" charset="2"/>
              <a:buChar char="u"/>
              <a:defRPr/>
            </a:pPr>
            <a:r>
              <a:rPr lang="en-US" sz="2600"/>
              <a:t>The object-oriented approach defines objects as entities having a defined set of values and a defined set of operations that can be performed on these values</a:t>
            </a:r>
          </a:p>
          <a:p>
            <a:pPr marL="342900" indent="-342900" algn="just">
              <a:lnSpc>
                <a:spcPct val="100000"/>
              </a:lnSpc>
              <a:spcBef>
                <a:spcPts val="600"/>
              </a:spcBef>
              <a:spcAft>
                <a:spcPts val="600"/>
              </a:spcAft>
              <a:buClr>
                <a:srgbClr val="973735"/>
              </a:buClr>
              <a:buSzPct val="50000"/>
              <a:buFont typeface="Wingdings" pitchFamily="2" charset="2"/>
              <a:buChar char="u"/>
              <a:defRPr/>
            </a:pPr>
            <a:r>
              <a:rPr lang="en-US" sz="2600" b="1"/>
              <a:t>Abstraction</a:t>
            </a:r>
            <a:r>
              <a:rPr lang="en-US" sz="2600"/>
              <a:t>, </a:t>
            </a:r>
            <a:r>
              <a:rPr lang="en-US" sz="2600" b="1"/>
              <a:t>encapsulation</a:t>
            </a:r>
            <a:r>
              <a:rPr lang="en-US" sz="2600"/>
              <a:t>, </a:t>
            </a:r>
            <a:r>
              <a:rPr lang="en-US" sz="2600" b="1"/>
              <a:t>polymorphism</a:t>
            </a:r>
            <a:r>
              <a:rPr lang="en-US" sz="2600"/>
              <a:t>, and </a:t>
            </a:r>
            <a:r>
              <a:rPr lang="en-US" sz="2600" b="1"/>
              <a:t>inheritance</a:t>
            </a:r>
            <a:r>
              <a:rPr lang="en-US" sz="2600"/>
              <a:t> are the core principles of object-oriented programming</a:t>
            </a:r>
            <a:endParaRPr lang="en-GB" sz="2600" dirty="0"/>
          </a:p>
        </p:txBody>
      </p:sp>
      <p:sp>
        <p:nvSpPr>
          <p:cNvPr id="16" name="Title 2">
            <a:extLst>
              <a:ext uri="{FF2B5EF4-FFF2-40B4-BE49-F238E27FC236}">
                <a16:creationId xmlns:a16="http://schemas.microsoft.com/office/drawing/2014/main" id="{E920EF5A-F8F3-423D-9F5B-D0DC263E25A2}"/>
              </a:ext>
            </a:extLst>
          </p:cNvPr>
          <p:cNvSpPr txBox="1">
            <a:spLocks/>
          </p:cNvSpPr>
          <p:nvPr/>
        </p:nvSpPr>
        <p:spPr bwMode="auto">
          <a:xfrm>
            <a:off x="257503" y="716509"/>
            <a:ext cx="9275380" cy="628814"/>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lvl1pPr algn="l" rtl="0" eaLnBrk="0" fontAlgn="base" hangingPunct="0">
              <a:lnSpc>
                <a:spcPct val="90000"/>
              </a:lnSpc>
              <a:spcBef>
                <a:spcPct val="0"/>
              </a:spcBef>
              <a:spcAft>
                <a:spcPct val="0"/>
              </a:spcAft>
              <a:defRPr sz="4000" b="1"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en-US" b="1" i="0" u="none" strike="noStrike" kern="1200" cap="none" spc="0" normalizeH="0" baseline="0" noProof="0">
                <a:ln>
                  <a:noFill/>
                </a:ln>
                <a:solidFill>
                  <a:sysClr val="windowText" lastClr="000000"/>
                </a:solidFill>
                <a:effectLst/>
                <a:uLnTx/>
                <a:uFillTx/>
                <a:ea typeface="+mj-ea"/>
                <a:cs typeface="+mj-cs"/>
              </a:rPr>
              <a:t>Object-Oriented Programming(OOP)</a:t>
            </a:r>
            <a:endParaRPr kumimoji="0" lang="en-IN" altLang="en-US" b="1" i="0" u="none" strike="noStrike" kern="1200" cap="none" spc="0" normalizeH="0" baseline="0" noProof="0">
              <a:ln>
                <a:noFill/>
              </a:ln>
              <a:solidFill>
                <a:sysClr val="windowText" lastClr="000000"/>
              </a:solidFill>
              <a:effectLst/>
              <a:uLnTx/>
              <a:uFillTx/>
              <a:ea typeface="+mj-ea"/>
              <a:cs typeface="+mj-cs"/>
            </a:endParaRPr>
          </a:p>
        </p:txBody>
      </p:sp>
    </p:spTree>
    <p:extLst>
      <p:ext uri="{BB962C8B-B14F-4D97-AF65-F5344CB8AC3E}">
        <p14:creationId xmlns:p14="http://schemas.microsoft.com/office/powerpoint/2010/main" val="10605032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9F56F0B-EE7B-4CAA-A329-BBD9D022D651}"/>
              </a:ext>
            </a:extLst>
          </p:cNvPr>
          <p:cNvSpPr>
            <a:spLocks noGrp="1"/>
          </p:cNvSpPr>
          <p:nvPr>
            <p:ph type="dt" sz="half" idx="10"/>
          </p:nvPr>
        </p:nvSpPr>
        <p:spPr/>
        <p:txBody>
          <a:bodyPr/>
          <a:lstStyle/>
          <a:p>
            <a:fld id="{5DCBE059-FAD7-45D8-8659-E6542D1E092D}" type="datetime1">
              <a:rPr lang="en-US" smtClean="0">
                <a:latin typeface="+mj-lt"/>
              </a:rPr>
              <a:t>5/14/2024</a:t>
            </a:fld>
            <a:endParaRPr lang="en-US" dirty="0">
              <a:latin typeface="+mj-lt"/>
            </a:endParaRPr>
          </a:p>
        </p:txBody>
      </p:sp>
      <p:sp>
        <p:nvSpPr>
          <p:cNvPr id="5" name="Slide Number Placeholder 4">
            <a:extLst>
              <a:ext uri="{FF2B5EF4-FFF2-40B4-BE49-F238E27FC236}">
                <a16:creationId xmlns:a16="http://schemas.microsoft.com/office/drawing/2014/main" id="{629ADAB0-6543-420E-9AF7-CD3ACB4087D6}"/>
              </a:ext>
            </a:extLst>
          </p:cNvPr>
          <p:cNvSpPr>
            <a:spLocks noGrp="1"/>
          </p:cNvSpPr>
          <p:nvPr>
            <p:ph type="sldNum" sz="quarter" idx="12"/>
          </p:nvPr>
        </p:nvSpPr>
        <p:spPr/>
        <p:txBody>
          <a:bodyPr/>
          <a:lstStyle/>
          <a:p>
            <a:fld id="{CC0149FD-98BB-4821-915B-09C9BFE4B727}" type="slidenum">
              <a:rPr lang="en-US" smtClean="0">
                <a:latin typeface="+mj-lt"/>
              </a:rPr>
              <a:pPr/>
              <a:t>5</a:t>
            </a:fld>
            <a:endParaRPr lang="en-US" dirty="0">
              <a:latin typeface="+mj-lt"/>
            </a:endParaRPr>
          </a:p>
        </p:txBody>
      </p:sp>
      <p:grpSp>
        <p:nvGrpSpPr>
          <p:cNvPr id="6" name="Group 53">
            <a:extLst>
              <a:ext uri="{FF2B5EF4-FFF2-40B4-BE49-F238E27FC236}">
                <a16:creationId xmlns:a16="http://schemas.microsoft.com/office/drawing/2014/main" id="{2448673E-D086-4038-8DDA-8726109F4643}"/>
              </a:ext>
            </a:extLst>
          </p:cNvPr>
          <p:cNvGrpSpPr>
            <a:grpSpLocks/>
          </p:cNvGrpSpPr>
          <p:nvPr/>
        </p:nvGrpSpPr>
        <p:grpSpPr bwMode="auto">
          <a:xfrm>
            <a:off x="2209800" y="1271751"/>
            <a:ext cx="7391400" cy="5105400"/>
            <a:chOff x="381000" y="1143000"/>
            <a:chExt cx="7391400" cy="5257800"/>
          </a:xfrm>
        </p:grpSpPr>
        <p:grpSp>
          <p:nvGrpSpPr>
            <p:cNvPr id="7" name="Group 51">
              <a:extLst>
                <a:ext uri="{FF2B5EF4-FFF2-40B4-BE49-F238E27FC236}">
                  <a16:creationId xmlns:a16="http://schemas.microsoft.com/office/drawing/2014/main" id="{F174EF0B-CED5-400C-8F2A-7C878D32B5C6}"/>
                </a:ext>
              </a:extLst>
            </p:cNvPr>
            <p:cNvGrpSpPr>
              <a:grpSpLocks/>
            </p:cNvGrpSpPr>
            <p:nvPr/>
          </p:nvGrpSpPr>
          <p:grpSpPr bwMode="auto">
            <a:xfrm>
              <a:off x="381000" y="1143000"/>
              <a:ext cx="7391400" cy="5257800"/>
              <a:chOff x="381000" y="1143000"/>
              <a:chExt cx="7391400" cy="5257800"/>
            </a:xfrm>
          </p:grpSpPr>
          <p:sp>
            <p:nvSpPr>
              <p:cNvPr id="9" name="Rectangle 8">
                <a:extLst>
                  <a:ext uri="{FF2B5EF4-FFF2-40B4-BE49-F238E27FC236}">
                    <a16:creationId xmlns:a16="http://schemas.microsoft.com/office/drawing/2014/main" id="{9F9AA862-505C-49C8-9089-3778C33D650C}"/>
                  </a:ext>
                </a:extLst>
              </p:cNvPr>
              <p:cNvSpPr/>
              <p:nvPr/>
            </p:nvSpPr>
            <p:spPr>
              <a:xfrm>
                <a:off x="914400" y="1143000"/>
                <a:ext cx="32766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400" dirty="0">
                    <a:latin typeface="+mj-lt"/>
                  </a:rPr>
                  <a:t>Procedure-Oriented Program</a:t>
                </a:r>
              </a:p>
            </p:txBody>
          </p:sp>
          <p:sp>
            <p:nvSpPr>
              <p:cNvPr id="10" name="Rectangle 9">
                <a:extLst>
                  <a:ext uri="{FF2B5EF4-FFF2-40B4-BE49-F238E27FC236}">
                    <a16:creationId xmlns:a16="http://schemas.microsoft.com/office/drawing/2014/main" id="{1F2559C8-9BDA-455A-81E4-FDDA092AF5CC}"/>
                  </a:ext>
                </a:extLst>
              </p:cNvPr>
              <p:cNvSpPr/>
              <p:nvPr/>
            </p:nvSpPr>
            <p:spPr>
              <a:xfrm>
                <a:off x="1219200" y="1752600"/>
                <a:ext cx="1981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400" dirty="0">
                    <a:latin typeface="+mj-lt"/>
                  </a:rPr>
                  <a:t>data1</a:t>
                </a:r>
              </a:p>
            </p:txBody>
          </p:sp>
          <p:sp>
            <p:nvSpPr>
              <p:cNvPr id="11" name="Rectangle 10">
                <a:extLst>
                  <a:ext uri="{FF2B5EF4-FFF2-40B4-BE49-F238E27FC236}">
                    <a16:creationId xmlns:a16="http://schemas.microsoft.com/office/drawing/2014/main" id="{A61BB52E-80B1-4748-B863-FB884154F59E}"/>
                  </a:ext>
                </a:extLst>
              </p:cNvPr>
              <p:cNvSpPr/>
              <p:nvPr/>
            </p:nvSpPr>
            <p:spPr>
              <a:xfrm>
                <a:off x="1219200" y="2133600"/>
                <a:ext cx="1981200" cy="381000"/>
              </a:xfrm>
              <a:prstGeom prst="rect">
                <a:avLst/>
              </a:prstGeom>
              <a:solidFill>
                <a:srgbClr val="66FF66"/>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400" b="1" dirty="0">
                    <a:solidFill>
                      <a:schemeClr val="tx1"/>
                    </a:solidFill>
                    <a:latin typeface="+mj-lt"/>
                  </a:rPr>
                  <a:t>data2</a:t>
                </a:r>
              </a:p>
            </p:txBody>
          </p:sp>
          <p:sp>
            <p:nvSpPr>
              <p:cNvPr id="12" name="Rectangle 11">
                <a:extLst>
                  <a:ext uri="{FF2B5EF4-FFF2-40B4-BE49-F238E27FC236}">
                    <a16:creationId xmlns:a16="http://schemas.microsoft.com/office/drawing/2014/main" id="{200AD6B0-927C-4797-8A2D-CBD2E3C01963}"/>
                  </a:ext>
                </a:extLst>
              </p:cNvPr>
              <p:cNvSpPr/>
              <p:nvPr/>
            </p:nvSpPr>
            <p:spPr>
              <a:xfrm>
                <a:off x="1219200" y="2514600"/>
                <a:ext cx="1981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400" dirty="0">
                    <a:latin typeface="+mj-lt"/>
                  </a:rPr>
                  <a:t>Function1 (data1)</a:t>
                </a:r>
              </a:p>
            </p:txBody>
          </p:sp>
          <p:sp>
            <p:nvSpPr>
              <p:cNvPr id="13" name="Rectangle 12">
                <a:extLst>
                  <a:ext uri="{FF2B5EF4-FFF2-40B4-BE49-F238E27FC236}">
                    <a16:creationId xmlns:a16="http://schemas.microsoft.com/office/drawing/2014/main" id="{EB5080B1-77D4-4721-A5FF-B5C7F6BD9A8C}"/>
                  </a:ext>
                </a:extLst>
              </p:cNvPr>
              <p:cNvSpPr/>
              <p:nvPr/>
            </p:nvSpPr>
            <p:spPr>
              <a:xfrm>
                <a:off x="1219200" y="2895600"/>
                <a:ext cx="1981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400" dirty="0">
                    <a:latin typeface="+mj-lt"/>
                  </a:rPr>
                  <a:t>Function2 (data1)</a:t>
                </a:r>
              </a:p>
            </p:txBody>
          </p:sp>
          <p:sp>
            <p:nvSpPr>
              <p:cNvPr id="14" name="Rectangle 13">
                <a:extLst>
                  <a:ext uri="{FF2B5EF4-FFF2-40B4-BE49-F238E27FC236}">
                    <a16:creationId xmlns:a16="http://schemas.microsoft.com/office/drawing/2014/main" id="{01FB5704-5D79-4DD7-A8CE-10848DB10CA2}"/>
                  </a:ext>
                </a:extLst>
              </p:cNvPr>
              <p:cNvSpPr/>
              <p:nvPr/>
            </p:nvSpPr>
            <p:spPr>
              <a:xfrm>
                <a:off x="1219200" y="3276600"/>
                <a:ext cx="1981200" cy="381000"/>
              </a:xfrm>
              <a:prstGeom prst="rect">
                <a:avLst/>
              </a:prstGeom>
              <a:solidFill>
                <a:srgbClr val="66FF66"/>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400" b="1" dirty="0">
                    <a:solidFill>
                      <a:schemeClr val="tx1"/>
                    </a:solidFill>
                    <a:latin typeface="+mj-lt"/>
                  </a:rPr>
                  <a:t>Function3 (data2)</a:t>
                </a:r>
              </a:p>
            </p:txBody>
          </p:sp>
          <p:sp>
            <p:nvSpPr>
              <p:cNvPr id="15" name="Rectangle 14">
                <a:extLst>
                  <a:ext uri="{FF2B5EF4-FFF2-40B4-BE49-F238E27FC236}">
                    <a16:creationId xmlns:a16="http://schemas.microsoft.com/office/drawing/2014/main" id="{577537DD-C450-4CB7-8322-DDD5FC1AFAF3}"/>
                  </a:ext>
                </a:extLst>
              </p:cNvPr>
              <p:cNvSpPr/>
              <p:nvPr/>
            </p:nvSpPr>
            <p:spPr>
              <a:xfrm>
                <a:off x="1219200" y="3657600"/>
                <a:ext cx="1981200" cy="381000"/>
              </a:xfrm>
              <a:prstGeom prst="rect">
                <a:avLst/>
              </a:prstGeom>
              <a:solidFill>
                <a:srgbClr val="66FF66"/>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400" b="1" dirty="0">
                    <a:solidFill>
                      <a:schemeClr val="tx1"/>
                    </a:solidFill>
                    <a:latin typeface="+mj-lt"/>
                  </a:rPr>
                  <a:t>Function4 (data2)</a:t>
                </a:r>
              </a:p>
            </p:txBody>
          </p:sp>
          <p:grpSp>
            <p:nvGrpSpPr>
              <p:cNvPr id="16" name="Group 16">
                <a:extLst>
                  <a:ext uri="{FF2B5EF4-FFF2-40B4-BE49-F238E27FC236}">
                    <a16:creationId xmlns:a16="http://schemas.microsoft.com/office/drawing/2014/main" id="{FF9E28C3-7D16-480D-8626-67B84B21DF91}"/>
                  </a:ext>
                </a:extLst>
              </p:cNvPr>
              <p:cNvGrpSpPr>
                <a:grpSpLocks/>
              </p:cNvGrpSpPr>
              <p:nvPr/>
            </p:nvGrpSpPr>
            <p:grpSpPr bwMode="auto">
              <a:xfrm>
                <a:off x="5562600" y="1219200"/>
                <a:ext cx="2209800" cy="2286000"/>
                <a:chOff x="6705600" y="1219200"/>
                <a:chExt cx="2209800" cy="2286000"/>
              </a:xfrm>
            </p:grpSpPr>
            <p:sp>
              <p:nvSpPr>
                <p:cNvPr id="32" name="Rectangle 31">
                  <a:extLst>
                    <a:ext uri="{FF2B5EF4-FFF2-40B4-BE49-F238E27FC236}">
                      <a16:creationId xmlns:a16="http://schemas.microsoft.com/office/drawing/2014/main" id="{4E51935E-3855-4F33-9AD7-70354ABDBB97}"/>
                    </a:ext>
                  </a:extLst>
                </p:cNvPr>
                <p:cNvSpPr/>
                <p:nvPr/>
              </p:nvSpPr>
              <p:spPr>
                <a:xfrm>
                  <a:off x="6705600" y="1219200"/>
                  <a:ext cx="2209800" cy="2286000"/>
                </a:xfrm>
                <a:prstGeom prst="rect">
                  <a:avLst/>
                </a:prstGeom>
                <a:solidFill>
                  <a:srgbClr val="FFFF66"/>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1400" b="1" dirty="0">
                      <a:solidFill>
                        <a:srgbClr val="FF0000"/>
                      </a:solidFill>
                      <a:latin typeface="+mj-lt"/>
                    </a:rPr>
                    <a:t>Class A</a:t>
                  </a:r>
                </a:p>
                <a:p>
                  <a:pPr>
                    <a:defRPr/>
                  </a:pPr>
                  <a:r>
                    <a:rPr lang="en-US" sz="1400" b="1" dirty="0">
                      <a:solidFill>
                        <a:srgbClr val="FF0000"/>
                      </a:solidFill>
                      <a:latin typeface="+mj-lt"/>
                    </a:rPr>
                    <a:t>{</a:t>
                  </a:r>
                </a:p>
                <a:p>
                  <a:pPr>
                    <a:defRPr/>
                  </a:pPr>
                  <a:endParaRPr lang="en-US" sz="1400" b="1" dirty="0">
                    <a:solidFill>
                      <a:srgbClr val="FF0000"/>
                    </a:solidFill>
                    <a:latin typeface="+mj-lt"/>
                  </a:endParaRPr>
                </a:p>
                <a:p>
                  <a:pPr>
                    <a:defRPr/>
                  </a:pPr>
                  <a:endParaRPr lang="en-US" sz="1400" b="1" dirty="0">
                    <a:solidFill>
                      <a:srgbClr val="FF0000"/>
                    </a:solidFill>
                    <a:latin typeface="+mj-lt"/>
                  </a:endParaRPr>
                </a:p>
                <a:p>
                  <a:pPr>
                    <a:defRPr/>
                  </a:pPr>
                  <a:endParaRPr lang="en-US" sz="1400" b="1" dirty="0">
                    <a:solidFill>
                      <a:srgbClr val="FF0000"/>
                    </a:solidFill>
                    <a:latin typeface="+mj-lt"/>
                  </a:endParaRPr>
                </a:p>
                <a:p>
                  <a:pPr>
                    <a:defRPr/>
                  </a:pPr>
                  <a:endParaRPr lang="en-US" sz="1400" b="1" dirty="0">
                    <a:solidFill>
                      <a:srgbClr val="FF0000"/>
                    </a:solidFill>
                    <a:latin typeface="+mj-lt"/>
                  </a:endParaRPr>
                </a:p>
                <a:p>
                  <a:pPr>
                    <a:defRPr/>
                  </a:pPr>
                  <a:endParaRPr lang="en-US" sz="1400" b="1" dirty="0">
                    <a:solidFill>
                      <a:srgbClr val="FF0000"/>
                    </a:solidFill>
                    <a:latin typeface="+mj-lt"/>
                  </a:endParaRPr>
                </a:p>
                <a:p>
                  <a:pPr>
                    <a:defRPr/>
                  </a:pPr>
                  <a:r>
                    <a:rPr lang="en-US" sz="1400" b="1" dirty="0">
                      <a:solidFill>
                        <a:srgbClr val="FF0000"/>
                      </a:solidFill>
                      <a:latin typeface="+mj-lt"/>
                    </a:rPr>
                    <a:t>}</a:t>
                  </a:r>
                </a:p>
              </p:txBody>
            </p:sp>
            <p:sp>
              <p:nvSpPr>
                <p:cNvPr id="33" name="Rectangle 12">
                  <a:extLst>
                    <a:ext uri="{FF2B5EF4-FFF2-40B4-BE49-F238E27FC236}">
                      <a16:creationId xmlns:a16="http://schemas.microsoft.com/office/drawing/2014/main" id="{1BDA3C49-26CA-4278-8D5E-42996C945AA9}"/>
                    </a:ext>
                  </a:extLst>
                </p:cNvPr>
                <p:cNvSpPr/>
                <p:nvPr/>
              </p:nvSpPr>
              <p:spPr>
                <a:xfrm>
                  <a:off x="6858000" y="1905000"/>
                  <a:ext cx="1981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400" dirty="0">
                      <a:latin typeface="+mj-lt"/>
                    </a:rPr>
                    <a:t>data1</a:t>
                  </a:r>
                </a:p>
              </p:txBody>
            </p:sp>
            <p:sp>
              <p:nvSpPr>
                <p:cNvPr id="34" name="Rectangle 13">
                  <a:extLst>
                    <a:ext uri="{FF2B5EF4-FFF2-40B4-BE49-F238E27FC236}">
                      <a16:creationId xmlns:a16="http://schemas.microsoft.com/office/drawing/2014/main" id="{FC029CFB-545B-4EDF-98A0-9761DF8A01E7}"/>
                    </a:ext>
                  </a:extLst>
                </p:cNvPr>
                <p:cNvSpPr/>
                <p:nvPr/>
              </p:nvSpPr>
              <p:spPr>
                <a:xfrm>
                  <a:off x="6858000" y="2286000"/>
                  <a:ext cx="1981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400" dirty="0">
                      <a:latin typeface="+mj-lt"/>
                    </a:rPr>
                    <a:t>Function1 ()</a:t>
                  </a:r>
                </a:p>
              </p:txBody>
            </p:sp>
            <p:sp>
              <p:nvSpPr>
                <p:cNvPr id="35" name="Rectangle 34">
                  <a:extLst>
                    <a:ext uri="{FF2B5EF4-FFF2-40B4-BE49-F238E27FC236}">
                      <a16:creationId xmlns:a16="http://schemas.microsoft.com/office/drawing/2014/main" id="{41C47796-11AD-498F-A709-451433786263}"/>
                    </a:ext>
                  </a:extLst>
                </p:cNvPr>
                <p:cNvSpPr/>
                <p:nvPr/>
              </p:nvSpPr>
              <p:spPr>
                <a:xfrm>
                  <a:off x="6858000" y="2667000"/>
                  <a:ext cx="1981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400" dirty="0">
                      <a:latin typeface="+mj-lt"/>
                    </a:rPr>
                    <a:t>Function2 ()</a:t>
                  </a:r>
                </a:p>
              </p:txBody>
            </p:sp>
          </p:grpSp>
          <p:grpSp>
            <p:nvGrpSpPr>
              <p:cNvPr id="17" name="Group 17">
                <a:extLst>
                  <a:ext uri="{FF2B5EF4-FFF2-40B4-BE49-F238E27FC236}">
                    <a16:creationId xmlns:a16="http://schemas.microsoft.com/office/drawing/2014/main" id="{B7CA615F-7421-4C44-A1B2-9A9964E74A05}"/>
                  </a:ext>
                </a:extLst>
              </p:cNvPr>
              <p:cNvGrpSpPr>
                <a:grpSpLocks/>
              </p:cNvGrpSpPr>
              <p:nvPr/>
            </p:nvGrpSpPr>
            <p:grpSpPr bwMode="auto">
              <a:xfrm>
                <a:off x="5562600" y="3657600"/>
                <a:ext cx="2209800" cy="2286000"/>
                <a:chOff x="6705600" y="1219200"/>
                <a:chExt cx="2209800" cy="2286000"/>
              </a:xfrm>
            </p:grpSpPr>
            <p:sp>
              <p:nvSpPr>
                <p:cNvPr id="28" name="Rectangle 27">
                  <a:extLst>
                    <a:ext uri="{FF2B5EF4-FFF2-40B4-BE49-F238E27FC236}">
                      <a16:creationId xmlns:a16="http://schemas.microsoft.com/office/drawing/2014/main" id="{A82A7A70-C6E9-4631-904E-E1B55A8CD2CC}"/>
                    </a:ext>
                  </a:extLst>
                </p:cNvPr>
                <p:cNvSpPr/>
                <p:nvPr/>
              </p:nvSpPr>
              <p:spPr>
                <a:xfrm>
                  <a:off x="6705600" y="1219200"/>
                  <a:ext cx="2209800" cy="2286000"/>
                </a:xfrm>
                <a:prstGeom prst="rect">
                  <a:avLst/>
                </a:prstGeom>
                <a:solidFill>
                  <a:srgbClr val="FFFF66"/>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1400" b="1" dirty="0">
                      <a:solidFill>
                        <a:srgbClr val="FF0000"/>
                      </a:solidFill>
                      <a:latin typeface="+mj-lt"/>
                    </a:rPr>
                    <a:t>Class B</a:t>
                  </a:r>
                </a:p>
                <a:p>
                  <a:pPr>
                    <a:defRPr/>
                  </a:pPr>
                  <a:r>
                    <a:rPr lang="en-US" sz="1400" b="1" dirty="0">
                      <a:solidFill>
                        <a:srgbClr val="FF0000"/>
                      </a:solidFill>
                      <a:latin typeface="+mj-lt"/>
                    </a:rPr>
                    <a:t>{</a:t>
                  </a:r>
                </a:p>
                <a:p>
                  <a:pPr>
                    <a:defRPr/>
                  </a:pPr>
                  <a:endParaRPr lang="en-US" sz="1400" b="1" dirty="0">
                    <a:solidFill>
                      <a:srgbClr val="FF0000"/>
                    </a:solidFill>
                    <a:latin typeface="+mj-lt"/>
                  </a:endParaRPr>
                </a:p>
                <a:p>
                  <a:pPr>
                    <a:defRPr/>
                  </a:pPr>
                  <a:endParaRPr lang="en-US" sz="1400" b="1" dirty="0">
                    <a:solidFill>
                      <a:srgbClr val="FF0000"/>
                    </a:solidFill>
                    <a:latin typeface="+mj-lt"/>
                  </a:endParaRPr>
                </a:p>
                <a:p>
                  <a:pPr>
                    <a:defRPr/>
                  </a:pPr>
                  <a:endParaRPr lang="en-US" sz="1400" b="1" dirty="0">
                    <a:solidFill>
                      <a:srgbClr val="FF0000"/>
                    </a:solidFill>
                    <a:latin typeface="+mj-lt"/>
                  </a:endParaRPr>
                </a:p>
                <a:p>
                  <a:pPr>
                    <a:defRPr/>
                  </a:pPr>
                  <a:endParaRPr lang="en-US" sz="1400" b="1" dirty="0">
                    <a:solidFill>
                      <a:srgbClr val="FF0000"/>
                    </a:solidFill>
                    <a:latin typeface="+mj-lt"/>
                  </a:endParaRPr>
                </a:p>
                <a:p>
                  <a:pPr>
                    <a:defRPr/>
                  </a:pPr>
                  <a:endParaRPr lang="en-US" sz="1400" b="1" dirty="0">
                    <a:solidFill>
                      <a:srgbClr val="FF0000"/>
                    </a:solidFill>
                    <a:latin typeface="+mj-lt"/>
                  </a:endParaRPr>
                </a:p>
                <a:p>
                  <a:pPr>
                    <a:defRPr/>
                  </a:pPr>
                  <a:r>
                    <a:rPr lang="en-US" sz="1400" b="1" dirty="0">
                      <a:solidFill>
                        <a:srgbClr val="FF0000"/>
                      </a:solidFill>
                      <a:latin typeface="+mj-lt"/>
                    </a:rPr>
                    <a:t>}</a:t>
                  </a:r>
                </a:p>
              </p:txBody>
            </p:sp>
            <p:sp>
              <p:nvSpPr>
                <p:cNvPr id="29" name="Rectangle 28">
                  <a:extLst>
                    <a:ext uri="{FF2B5EF4-FFF2-40B4-BE49-F238E27FC236}">
                      <a16:creationId xmlns:a16="http://schemas.microsoft.com/office/drawing/2014/main" id="{D7FA8E6C-C8BA-4570-83E9-C08F94385BD2}"/>
                    </a:ext>
                  </a:extLst>
                </p:cNvPr>
                <p:cNvSpPr/>
                <p:nvPr/>
              </p:nvSpPr>
              <p:spPr>
                <a:xfrm>
                  <a:off x="6858000" y="1905000"/>
                  <a:ext cx="1981200" cy="381000"/>
                </a:xfrm>
                <a:prstGeom prst="rect">
                  <a:avLst/>
                </a:prstGeom>
                <a:solidFill>
                  <a:srgbClr val="66FF66"/>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400" b="1" dirty="0">
                      <a:solidFill>
                        <a:schemeClr val="tx1"/>
                      </a:solidFill>
                      <a:latin typeface="+mj-lt"/>
                    </a:rPr>
                    <a:t>data2</a:t>
                  </a:r>
                </a:p>
              </p:txBody>
            </p:sp>
            <p:sp>
              <p:nvSpPr>
                <p:cNvPr id="30" name="Rectangle 29">
                  <a:extLst>
                    <a:ext uri="{FF2B5EF4-FFF2-40B4-BE49-F238E27FC236}">
                      <a16:creationId xmlns:a16="http://schemas.microsoft.com/office/drawing/2014/main" id="{B4BE4268-9705-4BF8-B1BC-77972B43D815}"/>
                    </a:ext>
                  </a:extLst>
                </p:cNvPr>
                <p:cNvSpPr/>
                <p:nvPr/>
              </p:nvSpPr>
              <p:spPr>
                <a:xfrm>
                  <a:off x="6858000" y="2286000"/>
                  <a:ext cx="1981200" cy="381000"/>
                </a:xfrm>
                <a:prstGeom prst="rect">
                  <a:avLst/>
                </a:prstGeom>
                <a:solidFill>
                  <a:srgbClr val="66FF66"/>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400" b="1" dirty="0">
                      <a:solidFill>
                        <a:schemeClr val="tx1"/>
                      </a:solidFill>
                      <a:latin typeface="+mj-lt"/>
                    </a:rPr>
                    <a:t>Function3 ()</a:t>
                  </a:r>
                </a:p>
              </p:txBody>
            </p:sp>
            <p:sp>
              <p:nvSpPr>
                <p:cNvPr id="31" name="Rectangle 30">
                  <a:extLst>
                    <a:ext uri="{FF2B5EF4-FFF2-40B4-BE49-F238E27FC236}">
                      <a16:creationId xmlns:a16="http://schemas.microsoft.com/office/drawing/2014/main" id="{9595352B-12BA-4DD3-8D79-855E0503BF12}"/>
                    </a:ext>
                  </a:extLst>
                </p:cNvPr>
                <p:cNvSpPr/>
                <p:nvPr/>
              </p:nvSpPr>
              <p:spPr>
                <a:xfrm>
                  <a:off x="6858000" y="2667000"/>
                  <a:ext cx="1981200" cy="381000"/>
                </a:xfrm>
                <a:prstGeom prst="rect">
                  <a:avLst/>
                </a:prstGeom>
                <a:solidFill>
                  <a:srgbClr val="66FF66"/>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400" b="1" dirty="0">
                      <a:solidFill>
                        <a:schemeClr val="tx1"/>
                      </a:solidFill>
                      <a:latin typeface="+mj-lt"/>
                    </a:rPr>
                    <a:t>Function4()</a:t>
                  </a:r>
                </a:p>
              </p:txBody>
            </p:sp>
          </p:grpSp>
          <p:cxnSp>
            <p:nvCxnSpPr>
              <p:cNvPr id="18" name="Straight Arrow Connector 17">
                <a:extLst>
                  <a:ext uri="{FF2B5EF4-FFF2-40B4-BE49-F238E27FC236}">
                    <a16:creationId xmlns:a16="http://schemas.microsoft.com/office/drawing/2014/main" id="{63D34387-9EEC-400C-856F-50CE855ECFA5}"/>
                  </a:ext>
                </a:extLst>
              </p:cNvPr>
              <p:cNvCxnSpPr>
                <a:stCxn id="11" idx="3"/>
              </p:cNvCxnSpPr>
              <p:nvPr/>
            </p:nvCxnSpPr>
            <p:spPr>
              <a:xfrm>
                <a:off x="3200400" y="2324100"/>
                <a:ext cx="2514600" cy="220980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19" name="Straight Arrow Connector 18">
                <a:extLst>
                  <a:ext uri="{FF2B5EF4-FFF2-40B4-BE49-F238E27FC236}">
                    <a16:creationId xmlns:a16="http://schemas.microsoft.com/office/drawing/2014/main" id="{EB03C4AF-BD7D-4B59-85C7-607726592B86}"/>
                  </a:ext>
                </a:extLst>
              </p:cNvPr>
              <p:cNvCxnSpPr>
                <a:stCxn id="14" idx="3"/>
              </p:cNvCxnSpPr>
              <p:nvPr/>
            </p:nvCxnSpPr>
            <p:spPr>
              <a:xfrm>
                <a:off x="3200400" y="3467100"/>
                <a:ext cx="2514600" cy="144780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20" name="Straight Arrow Connector 19">
                <a:extLst>
                  <a:ext uri="{FF2B5EF4-FFF2-40B4-BE49-F238E27FC236}">
                    <a16:creationId xmlns:a16="http://schemas.microsoft.com/office/drawing/2014/main" id="{B8566686-548F-4AB9-9ECC-5851524AB87D}"/>
                  </a:ext>
                </a:extLst>
              </p:cNvPr>
              <p:cNvCxnSpPr>
                <a:stCxn id="15" idx="3"/>
              </p:cNvCxnSpPr>
              <p:nvPr/>
            </p:nvCxnSpPr>
            <p:spPr>
              <a:xfrm>
                <a:off x="3200400" y="3848100"/>
                <a:ext cx="2514600" cy="144780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21" name="Straight Arrow Connector 20">
                <a:extLst>
                  <a:ext uri="{FF2B5EF4-FFF2-40B4-BE49-F238E27FC236}">
                    <a16:creationId xmlns:a16="http://schemas.microsoft.com/office/drawing/2014/main" id="{401CD735-8DA2-4016-A165-15656BFECD9E}"/>
                  </a:ext>
                </a:extLst>
              </p:cNvPr>
              <p:cNvCxnSpPr>
                <a:stCxn id="10" idx="3"/>
              </p:cNvCxnSpPr>
              <p:nvPr/>
            </p:nvCxnSpPr>
            <p:spPr>
              <a:xfrm>
                <a:off x="3200400" y="1943100"/>
                <a:ext cx="2514600" cy="1524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8CF0C6D5-1351-4F4A-A64F-EAC36E3CA09D}"/>
                  </a:ext>
                </a:extLst>
              </p:cNvPr>
              <p:cNvCxnSpPr>
                <a:stCxn id="13" idx="3"/>
              </p:cNvCxnSpPr>
              <p:nvPr/>
            </p:nvCxnSpPr>
            <p:spPr>
              <a:xfrm flipV="1">
                <a:off x="3200400" y="2857500"/>
                <a:ext cx="2514600" cy="228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38851376-B06F-4755-A008-F1468A4B172A}"/>
                  </a:ext>
                </a:extLst>
              </p:cNvPr>
              <p:cNvCxnSpPr>
                <a:stCxn id="12" idx="3"/>
              </p:cNvCxnSpPr>
              <p:nvPr/>
            </p:nvCxnSpPr>
            <p:spPr>
              <a:xfrm flipV="1">
                <a:off x="3200400" y="2476500"/>
                <a:ext cx="2514600" cy="228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id="{D7E62768-B253-4FDB-9850-CABBB8F9DC9C}"/>
                  </a:ext>
                </a:extLst>
              </p:cNvPr>
              <p:cNvSpPr/>
              <p:nvPr/>
            </p:nvSpPr>
            <p:spPr>
              <a:xfrm>
                <a:off x="381000" y="4419600"/>
                <a:ext cx="3581400" cy="457200"/>
              </a:xfrm>
              <a:prstGeom prst="rect">
                <a:avLst/>
              </a:prstGeom>
              <a:solidFill>
                <a:srgbClr val="66FF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400" b="1" dirty="0">
                    <a:solidFill>
                      <a:srgbClr val="FF0000"/>
                    </a:solidFill>
                    <a:latin typeface="+mj-lt"/>
                  </a:rPr>
                  <a:t>Object = Data + Methods</a:t>
                </a:r>
              </a:p>
            </p:txBody>
          </p:sp>
          <p:sp>
            <p:nvSpPr>
              <p:cNvPr id="25" name="Rectangle 24">
                <a:extLst>
                  <a:ext uri="{FF2B5EF4-FFF2-40B4-BE49-F238E27FC236}">
                    <a16:creationId xmlns:a16="http://schemas.microsoft.com/office/drawing/2014/main" id="{8371347E-4CB4-459C-9764-C7B48DE4BE3A}"/>
                  </a:ext>
                </a:extLst>
              </p:cNvPr>
              <p:cNvSpPr/>
              <p:nvPr/>
            </p:nvSpPr>
            <p:spPr>
              <a:xfrm>
                <a:off x="381000" y="4953000"/>
                <a:ext cx="2286000" cy="1447800"/>
              </a:xfrm>
              <a:prstGeom prst="rect">
                <a:avLst/>
              </a:prstGeom>
              <a:solidFill>
                <a:srgbClr val="FFFF66"/>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sz="1400" b="1" dirty="0">
                    <a:solidFill>
                      <a:srgbClr val="0000CC"/>
                    </a:solidFill>
                    <a:latin typeface="+mj-lt"/>
                  </a:rPr>
                  <a:t>Basic Concepts</a:t>
                </a:r>
              </a:p>
              <a:p>
                <a:pPr>
                  <a:buFontTx/>
                  <a:buChar char="-"/>
                  <a:defRPr/>
                </a:pPr>
                <a:r>
                  <a:rPr lang="en-US" sz="1400" b="1" dirty="0">
                    <a:solidFill>
                      <a:srgbClr val="0000CC"/>
                    </a:solidFill>
                    <a:latin typeface="+mj-lt"/>
                  </a:rPr>
                  <a:t> Encapsulation</a:t>
                </a:r>
              </a:p>
              <a:p>
                <a:pPr>
                  <a:buFontTx/>
                  <a:buChar char="-"/>
                  <a:defRPr/>
                </a:pPr>
                <a:r>
                  <a:rPr lang="en-US" sz="1400" b="1" dirty="0">
                    <a:solidFill>
                      <a:srgbClr val="0000CC"/>
                    </a:solidFill>
                    <a:latin typeface="+mj-lt"/>
                  </a:rPr>
                  <a:t> Inheritance</a:t>
                </a:r>
              </a:p>
              <a:p>
                <a:pPr>
                  <a:buFontTx/>
                  <a:buChar char="-"/>
                  <a:defRPr/>
                </a:pPr>
                <a:r>
                  <a:rPr lang="en-US" sz="1400" b="1" dirty="0">
                    <a:solidFill>
                      <a:srgbClr val="0000CC"/>
                    </a:solidFill>
                    <a:latin typeface="+mj-lt"/>
                  </a:rPr>
                  <a:t> Polymorphism</a:t>
                </a:r>
              </a:p>
            </p:txBody>
          </p:sp>
          <p:sp>
            <p:nvSpPr>
              <p:cNvPr id="26" name="Oval 25">
                <a:extLst>
                  <a:ext uri="{FF2B5EF4-FFF2-40B4-BE49-F238E27FC236}">
                    <a16:creationId xmlns:a16="http://schemas.microsoft.com/office/drawing/2014/main" id="{B0E1602A-FBC3-494E-9F08-CE904ECFFD31}"/>
                  </a:ext>
                </a:extLst>
              </p:cNvPr>
              <p:cNvSpPr/>
              <p:nvPr/>
            </p:nvSpPr>
            <p:spPr>
              <a:xfrm>
                <a:off x="4267200" y="4495800"/>
                <a:ext cx="1600200" cy="838200"/>
              </a:xfrm>
              <a:prstGeom prst="ellipse">
                <a:avLst/>
              </a:prstGeom>
              <a:solidFill>
                <a:srgbClr val="FFFF66">
                  <a:alpha val="5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400" b="1" dirty="0">
                    <a:solidFill>
                      <a:srgbClr val="660066"/>
                    </a:solidFill>
                    <a:latin typeface="+mj-lt"/>
                  </a:rPr>
                  <a:t>Modifiers</a:t>
                </a:r>
              </a:p>
            </p:txBody>
          </p:sp>
          <p:sp>
            <p:nvSpPr>
              <p:cNvPr id="27" name="Oval 26">
                <a:extLst>
                  <a:ext uri="{FF2B5EF4-FFF2-40B4-BE49-F238E27FC236}">
                    <a16:creationId xmlns:a16="http://schemas.microsoft.com/office/drawing/2014/main" id="{99A8DDAD-9220-4050-BA9B-491500E70DCD}"/>
                  </a:ext>
                </a:extLst>
              </p:cNvPr>
              <p:cNvSpPr/>
              <p:nvPr/>
            </p:nvSpPr>
            <p:spPr>
              <a:xfrm>
                <a:off x="4267200" y="1981200"/>
                <a:ext cx="1600200" cy="838200"/>
              </a:xfrm>
              <a:prstGeom prst="ellipse">
                <a:avLst/>
              </a:prstGeom>
              <a:solidFill>
                <a:srgbClr val="FFFF66">
                  <a:alpha val="5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400" b="1" dirty="0">
                    <a:solidFill>
                      <a:srgbClr val="660066"/>
                    </a:solidFill>
                    <a:latin typeface="+mj-lt"/>
                  </a:rPr>
                  <a:t>Modifiers</a:t>
                </a:r>
              </a:p>
            </p:txBody>
          </p:sp>
        </p:grpSp>
        <p:sp>
          <p:nvSpPr>
            <p:cNvPr id="8" name="Oval 7">
              <a:extLst>
                <a:ext uri="{FF2B5EF4-FFF2-40B4-BE49-F238E27FC236}">
                  <a16:creationId xmlns:a16="http://schemas.microsoft.com/office/drawing/2014/main" id="{3037BE78-7397-4E7D-ABD3-70A059D86CDC}"/>
                </a:ext>
              </a:extLst>
            </p:cNvPr>
            <p:cNvSpPr/>
            <p:nvPr/>
          </p:nvSpPr>
          <p:spPr>
            <a:xfrm>
              <a:off x="2743200" y="5181600"/>
              <a:ext cx="2057400" cy="1066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400" b="1" dirty="0">
                  <a:solidFill>
                    <a:schemeClr val="bg1"/>
                  </a:solidFill>
                  <a:latin typeface="+mj-lt"/>
                </a:rPr>
                <a:t>Particular methods:</a:t>
              </a:r>
            </a:p>
            <a:p>
              <a:pPr algn="ctr">
                <a:defRPr/>
              </a:pPr>
              <a:r>
                <a:rPr lang="en-US" sz="1400" b="1" dirty="0">
                  <a:solidFill>
                    <a:schemeClr val="bg1"/>
                  </a:solidFill>
                  <a:latin typeface="+mj-lt"/>
                </a:rPr>
                <a:t>Constructors</a:t>
              </a:r>
            </a:p>
          </p:txBody>
        </p:sp>
      </p:grpSp>
      <p:sp>
        <p:nvSpPr>
          <p:cNvPr id="36" name="Title 2">
            <a:extLst>
              <a:ext uri="{FF2B5EF4-FFF2-40B4-BE49-F238E27FC236}">
                <a16:creationId xmlns:a16="http://schemas.microsoft.com/office/drawing/2014/main" id="{DC45B0DB-194F-4E7E-8B2B-1578BEC4AC07}"/>
              </a:ext>
            </a:extLst>
          </p:cNvPr>
          <p:cNvSpPr txBox="1">
            <a:spLocks/>
          </p:cNvSpPr>
          <p:nvPr/>
        </p:nvSpPr>
        <p:spPr bwMode="auto">
          <a:xfrm>
            <a:off x="257504" y="590389"/>
            <a:ext cx="3799490" cy="628814"/>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lvl1pPr algn="l" rtl="0" eaLnBrk="0" fontAlgn="base" hangingPunct="0">
              <a:lnSpc>
                <a:spcPct val="90000"/>
              </a:lnSpc>
              <a:spcBef>
                <a:spcPct val="0"/>
              </a:spcBef>
              <a:spcAft>
                <a:spcPct val="0"/>
              </a:spcAft>
              <a:defRPr sz="4000" b="1"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en-US" b="1" i="0" u="none" strike="noStrike" kern="1200" cap="none" spc="0" normalizeH="0" baseline="0" noProof="0">
                <a:ln>
                  <a:noFill/>
                </a:ln>
                <a:solidFill>
                  <a:sysClr val="windowText" lastClr="000000"/>
                </a:solidFill>
                <a:effectLst/>
                <a:uLnTx/>
                <a:uFillTx/>
                <a:ea typeface="+mj-ea"/>
                <a:cs typeface="+mj-cs"/>
              </a:rPr>
              <a:t>OOP Paradigm</a:t>
            </a:r>
            <a:endParaRPr kumimoji="0" lang="en-IN" altLang="en-US" b="1" i="0" u="none" strike="noStrike" kern="1200" cap="none" spc="0" normalizeH="0" baseline="0" noProof="0">
              <a:ln>
                <a:noFill/>
              </a:ln>
              <a:solidFill>
                <a:sysClr val="windowText" lastClr="000000"/>
              </a:solidFill>
              <a:effectLst/>
              <a:uLnTx/>
              <a:uFillTx/>
              <a:ea typeface="+mj-ea"/>
              <a:cs typeface="+mj-cs"/>
            </a:endParaRPr>
          </a:p>
        </p:txBody>
      </p:sp>
    </p:spTree>
    <p:extLst>
      <p:ext uri="{BB962C8B-B14F-4D97-AF65-F5344CB8AC3E}">
        <p14:creationId xmlns:p14="http://schemas.microsoft.com/office/powerpoint/2010/main" val="42444376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F14A1CD-D8C7-4754-B8BC-9E60FFE0373E}"/>
              </a:ext>
            </a:extLst>
          </p:cNvPr>
          <p:cNvSpPr>
            <a:spLocks noGrp="1"/>
          </p:cNvSpPr>
          <p:nvPr>
            <p:ph type="dt" sz="half" idx="10"/>
          </p:nvPr>
        </p:nvSpPr>
        <p:spPr/>
        <p:txBody>
          <a:bodyPr/>
          <a:lstStyle/>
          <a:p>
            <a:fld id="{5DCBE059-FAD7-45D8-8659-E6542D1E092D}" type="datetime1">
              <a:rPr lang="en-US" smtClean="0"/>
              <a:t>5/14/2024</a:t>
            </a:fld>
            <a:endParaRPr lang="en-US" dirty="0"/>
          </a:p>
        </p:txBody>
      </p:sp>
      <p:sp>
        <p:nvSpPr>
          <p:cNvPr id="5" name="Slide Number Placeholder 4">
            <a:extLst>
              <a:ext uri="{FF2B5EF4-FFF2-40B4-BE49-F238E27FC236}">
                <a16:creationId xmlns:a16="http://schemas.microsoft.com/office/drawing/2014/main" id="{50901BE0-36B7-4899-B73E-5A741B439F14}"/>
              </a:ext>
            </a:extLst>
          </p:cNvPr>
          <p:cNvSpPr>
            <a:spLocks noGrp="1"/>
          </p:cNvSpPr>
          <p:nvPr>
            <p:ph type="sldNum" sz="quarter" idx="12"/>
          </p:nvPr>
        </p:nvSpPr>
        <p:spPr/>
        <p:txBody>
          <a:bodyPr/>
          <a:lstStyle/>
          <a:p>
            <a:fld id="{CC0149FD-98BB-4821-915B-09C9BFE4B727}" type="slidenum">
              <a:rPr lang="en-US" smtClean="0"/>
              <a:pPr/>
              <a:t>6</a:t>
            </a:fld>
            <a:endParaRPr lang="en-US" dirty="0"/>
          </a:p>
        </p:txBody>
      </p:sp>
      <p:sp>
        <p:nvSpPr>
          <p:cNvPr id="13" name="Content Placeholder 2">
            <a:extLst>
              <a:ext uri="{FF2B5EF4-FFF2-40B4-BE49-F238E27FC236}">
                <a16:creationId xmlns:a16="http://schemas.microsoft.com/office/drawing/2014/main" id="{F5B09507-0EFC-46B8-8B82-496F3EC47859}"/>
              </a:ext>
            </a:extLst>
          </p:cNvPr>
          <p:cNvSpPr txBox="1">
            <a:spLocks/>
          </p:cNvSpPr>
          <p:nvPr/>
        </p:nvSpPr>
        <p:spPr>
          <a:xfrm>
            <a:off x="0" y="1526632"/>
            <a:ext cx="12010698" cy="482161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lnSpc>
                <a:spcPct val="100000"/>
              </a:lnSpc>
              <a:spcBef>
                <a:spcPts val="600"/>
              </a:spcBef>
              <a:spcAft>
                <a:spcPts val="600"/>
              </a:spcAft>
              <a:buClr>
                <a:srgbClr val="973735"/>
              </a:buClr>
              <a:buSzPct val="50000"/>
              <a:buFont typeface="Wingdings" pitchFamily="2" charset="2"/>
              <a:buChar char="u"/>
              <a:defRPr/>
            </a:pPr>
            <a:r>
              <a:rPr lang="en-US" sz="2600"/>
              <a:t>OOP is a powerful concept that solves many problems found in software development. OOP is not the holy grail of programming but it can help in writing code that is easy to read, easy to maintain, easy to update, and easy to expand</a:t>
            </a:r>
          </a:p>
          <a:p>
            <a:pPr marL="342900" indent="-342900" algn="just">
              <a:lnSpc>
                <a:spcPct val="100000"/>
              </a:lnSpc>
              <a:spcBef>
                <a:spcPts val="600"/>
              </a:spcBef>
              <a:spcAft>
                <a:spcPts val="600"/>
              </a:spcAft>
              <a:buClr>
                <a:srgbClr val="973735"/>
              </a:buClr>
              <a:buSzPct val="50000"/>
              <a:buFont typeface="Wingdings" pitchFamily="2" charset="2"/>
              <a:buChar char="u"/>
              <a:defRPr/>
            </a:pPr>
            <a:r>
              <a:rPr lang="en-US" sz="2600"/>
              <a:t>An object can inherit the properties of another object using the concept of </a:t>
            </a:r>
            <a:r>
              <a:rPr lang="en-US" sz="2600" b="1"/>
              <a:t>inheritance</a:t>
            </a:r>
            <a:r>
              <a:rPr lang="en-US" sz="2600"/>
              <a:t>. Hence, we can say that object-oriented programming is organized around data and the operations that are permitted on the data</a:t>
            </a:r>
          </a:p>
          <a:p>
            <a:pPr marL="342900" indent="-342900" algn="just">
              <a:lnSpc>
                <a:spcPct val="100000"/>
              </a:lnSpc>
              <a:spcBef>
                <a:spcPts val="600"/>
              </a:spcBef>
              <a:spcAft>
                <a:spcPts val="600"/>
              </a:spcAft>
              <a:buClr>
                <a:srgbClr val="973735"/>
              </a:buClr>
              <a:buSzPct val="50000"/>
              <a:buFont typeface="Wingdings" pitchFamily="2" charset="2"/>
              <a:buChar char="u"/>
              <a:defRPr/>
            </a:pPr>
            <a:r>
              <a:rPr lang="en-US" sz="2600"/>
              <a:t>When we do object-oriented programming, we start with identifying the entities we need to operate on, how they relate to each other, and how they interact. This is a process called </a:t>
            </a:r>
            <a:r>
              <a:rPr lang="en-US" sz="2600" b="1"/>
              <a:t>data modeling </a:t>
            </a:r>
            <a:r>
              <a:rPr lang="en-US" sz="2600"/>
              <a:t>and the result of this is a set of classes that generalize the identified entities</a:t>
            </a:r>
            <a:endParaRPr lang="en-GB" sz="2600" dirty="0"/>
          </a:p>
        </p:txBody>
      </p:sp>
      <p:sp>
        <p:nvSpPr>
          <p:cNvPr id="16" name="Title 2">
            <a:extLst>
              <a:ext uri="{FF2B5EF4-FFF2-40B4-BE49-F238E27FC236}">
                <a16:creationId xmlns:a16="http://schemas.microsoft.com/office/drawing/2014/main" id="{E920EF5A-F8F3-423D-9F5B-D0DC263E25A2}"/>
              </a:ext>
            </a:extLst>
          </p:cNvPr>
          <p:cNvSpPr txBox="1">
            <a:spLocks/>
          </p:cNvSpPr>
          <p:nvPr/>
        </p:nvSpPr>
        <p:spPr bwMode="auto">
          <a:xfrm>
            <a:off x="257503" y="716509"/>
            <a:ext cx="7667297" cy="628814"/>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lvl1pPr algn="l" rtl="0" eaLnBrk="0" fontAlgn="base" hangingPunct="0">
              <a:lnSpc>
                <a:spcPct val="90000"/>
              </a:lnSpc>
              <a:spcBef>
                <a:spcPct val="0"/>
              </a:spcBef>
              <a:spcAft>
                <a:spcPct val="0"/>
              </a:spcAft>
              <a:defRPr sz="4000" b="1"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en-US" b="1" i="0" u="none" strike="noStrike" kern="1200" cap="none" spc="0" normalizeH="0" baseline="0" noProof="0">
                <a:ln>
                  <a:noFill/>
                </a:ln>
                <a:solidFill>
                  <a:sysClr val="windowText" lastClr="000000"/>
                </a:solidFill>
                <a:effectLst/>
                <a:uLnTx/>
                <a:uFillTx/>
                <a:ea typeface="+mj-ea"/>
                <a:cs typeface="+mj-cs"/>
              </a:rPr>
              <a:t>Object-Oriented Programming</a:t>
            </a:r>
            <a:endParaRPr kumimoji="0" lang="en-IN" altLang="en-US" b="1" i="0" u="none" strike="noStrike" kern="1200" cap="none" spc="0" normalizeH="0" baseline="0" noProof="0">
              <a:ln>
                <a:noFill/>
              </a:ln>
              <a:solidFill>
                <a:sysClr val="windowText" lastClr="000000"/>
              </a:solidFill>
              <a:effectLst/>
              <a:uLnTx/>
              <a:uFillTx/>
              <a:ea typeface="+mj-ea"/>
              <a:cs typeface="+mj-cs"/>
            </a:endParaRPr>
          </a:p>
        </p:txBody>
      </p:sp>
    </p:spTree>
    <p:extLst>
      <p:ext uri="{BB962C8B-B14F-4D97-AF65-F5344CB8AC3E}">
        <p14:creationId xmlns:p14="http://schemas.microsoft.com/office/powerpoint/2010/main" val="28056360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5D39F76-73CE-4174-BC34-4D5F55ED6C09}"/>
              </a:ext>
            </a:extLst>
          </p:cNvPr>
          <p:cNvSpPr>
            <a:spLocks noGrp="1"/>
          </p:cNvSpPr>
          <p:nvPr>
            <p:ph type="dt" sz="half" idx="10"/>
          </p:nvPr>
        </p:nvSpPr>
        <p:spPr/>
        <p:txBody>
          <a:bodyPr/>
          <a:lstStyle/>
          <a:p>
            <a:fld id="{5DCBE059-FAD7-45D8-8659-E6542D1E092D}" type="datetime1">
              <a:rPr lang="en-US" smtClean="0"/>
              <a:t>5/14/2024</a:t>
            </a:fld>
            <a:endParaRPr lang="en-US" dirty="0"/>
          </a:p>
        </p:txBody>
      </p:sp>
      <p:sp>
        <p:nvSpPr>
          <p:cNvPr id="5" name="Slide Number Placeholder 4">
            <a:extLst>
              <a:ext uri="{FF2B5EF4-FFF2-40B4-BE49-F238E27FC236}">
                <a16:creationId xmlns:a16="http://schemas.microsoft.com/office/drawing/2014/main" id="{75482629-7204-46A9-B9FC-6EBDDDF0150F}"/>
              </a:ext>
            </a:extLst>
          </p:cNvPr>
          <p:cNvSpPr>
            <a:spLocks noGrp="1"/>
          </p:cNvSpPr>
          <p:nvPr>
            <p:ph type="sldNum" sz="quarter" idx="12"/>
          </p:nvPr>
        </p:nvSpPr>
        <p:spPr/>
        <p:txBody>
          <a:bodyPr/>
          <a:lstStyle/>
          <a:p>
            <a:fld id="{CC0149FD-98BB-4821-915B-09C9BFE4B727}" type="slidenum">
              <a:rPr lang="en-US" smtClean="0"/>
              <a:pPr/>
              <a:t>7</a:t>
            </a:fld>
            <a:endParaRPr lang="en-US" dirty="0"/>
          </a:p>
        </p:txBody>
      </p:sp>
      <p:sp>
        <p:nvSpPr>
          <p:cNvPr id="6" name="Title 2">
            <a:extLst>
              <a:ext uri="{FF2B5EF4-FFF2-40B4-BE49-F238E27FC236}">
                <a16:creationId xmlns:a16="http://schemas.microsoft.com/office/drawing/2014/main" id="{E617D497-60E0-4420-8C08-CAF8A487B0E5}"/>
              </a:ext>
            </a:extLst>
          </p:cNvPr>
          <p:cNvSpPr txBox="1">
            <a:spLocks/>
          </p:cNvSpPr>
          <p:nvPr/>
        </p:nvSpPr>
        <p:spPr bwMode="auto">
          <a:xfrm>
            <a:off x="257503" y="716509"/>
            <a:ext cx="7667297" cy="628814"/>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lvl1pPr algn="l" rtl="0" eaLnBrk="0" fontAlgn="base" hangingPunct="0">
              <a:lnSpc>
                <a:spcPct val="90000"/>
              </a:lnSpc>
              <a:spcBef>
                <a:spcPct val="0"/>
              </a:spcBef>
              <a:spcAft>
                <a:spcPct val="0"/>
              </a:spcAft>
              <a:defRPr sz="4000" b="1"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en-US" b="1" i="0" u="none" strike="noStrike" kern="1200" cap="none" spc="0" normalizeH="0" baseline="0" noProof="0">
                <a:ln>
                  <a:noFill/>
                </a:ln>
                <a:solidFill>
                  <a:sysClr val="windowText" lastClr="000000"/>
                </a:solidFill>
                <a:effectLst/>
                <a:uLnTx/>
                <a:uFillTx/>
                <a:ea typeface="+mj-ea"/>
                <a:cs typeface="+mj-cs"/>
              </a:rPr>
              <a:t>Classes and Objects</a:t>
            </a:r>
            <a:endParaRPr kumimoji="0" lang="en-IN" altLang="en-US" b="1" i="0" u="none" strike="noStrike" kern="1200" cap="none" spc="0" normalizeH="0" baseline="0" noProof="0">
              <a:ln>
                <a:noFill/>
              </a:ln>
              <a:solidFill>
                <a:sysClr val="windowText" lastClr="000000"/>
              </a:solidFill>
              <a:effectLst/>
              <a:uLnTx/>
              <a:uFillTx/>
              <a:ea typeface="+mj-ea"/>
              <a:cs typeface="+mj-cs"/>
            </a:endParaRPr>
          </a:p>
        </p:txBody>
      </p:sp>
      <p:sp>
        <p:nvSpPr>
          <p:cNvPr id="8" name="TextBox 7">
            <a:extLst>
              <a:ext uri="{FF2B5EF4-FFF2-40B4-BE49-F238E27FC236}">
                <a16:creationId xmlns:a16="http://schemas.microsoft.com/office/drawing/2014/main" id="{AA14DEDC-AB4A-4694-B1C4-D58EDD8BB2D5}"/>
              </a:ext>
            </a:extLst>
          </p:cNvPr>
          <p:cNvSpPr txBox="1"/>
          <p:nvPr/>
        </p:nvSpPr>
        <p:spPr>
          <a:xfrm>
            <a:off x="-55738" y="1374421"/>
            <a:ext cx="12118428" cy="1292662"/>
          </a:xfrm>
          <a:prstGeom prst="rect">
            <a:avLst/>
          </a:prstGeom>
          <a:noFill/>
        </p:spPr>
        <p:txBody>
          <a:bodyPr wrap="square">
            <a:spAutoFit/>
          </a:bodyPr>
          <a:lstStyle/>
          <a:p>
            <a:pPr marL="342900" indent="-342900" algn="just">
              <a:spcBef>
                <a:spcPts val="600"/>
              </a:spcBef>
              <a:spcAft>
                <a:spcPts val="600"/>
              </a:spcAft>
              <a:buClr>
                <a:srgbClr val="973735"/>
              </a:buClr>
              <a:buSzPct val="50000"/>
              <a:buFont typeface="Wingdings" pitchFamily="2" charset="2"/>
              <a:buChar char="u"/>
              <a:defRPr/>
            </a:pPr>
            <a:r>
              <a:rPr lang="en-US" sz="2600"/>
              <a:t>A class is a user-defined blueprint or prototype from which objects are created. Basically, a class combines the fields and methods (member function which defines actions) into a single unit 		</a:t>
            </a:r>
          </a:p>
        </p:txBody>
      </p:sp>
      <p:pic>
        <p:nvPicPr>
          <p:cNvPr id="13" name="Picture 12">
            <a:extLst>
              <a:ext uri="{FF2B5EF4-FFF2-40B4-BE49-F238E27FC236}">
                <a16:creationId xmlns:a16="http://schemas.microsoft.com/office/drawing/2014/main" id="{4CA1230D-290B-45FE-A401-FC1D715470F7}"/>
              </a:ext>
            </a:extLst>
          </p:cNvPr>
          <p:cNvPicPr>
            <a:picLocks noChangeAspect="1"/>
          </p:cNvPicPr>
          <p:nvPr/>
        </p:nvPicPr>
        <p:blipFill>
          <a:blip r:embed="rId2"/>
          <a:stretch>
            <a:fillRect/>
          </a:stretch>
        </p:blipFill>
        <p:spPr>
          <a:xfrm>
            <a:off x="2304926" y="2736762"/>
            <a:ext cx="3572450" cy="3465987"/>
          </a:xfrm>
          <a:prstGeom prst="rect">
            <a:avLst/>
          </a:prstGeom>
        </p:spPr>
      </p:pic>
      <p:pic>
        <p:nvPicPr>
          <p:cNvPr id="18" name="Picture 17">
            <a:extLst>
              <a:ext uri="{FF2B5EF4-FFF2-40B4-BE49-F238E27FC236}">
                <a16:creationId xmlns:a16="http://schemas.microsoft.com/office/drawing/2014/main" id="{FE155FC8-5785-4289-A255-89759CB61A3F}"/>
              </a:ext>
            </a:extLst>
          </p:cNvPr>
          <p:cNvPicPr>
            <a:picLocks noChangeAspect="1"/>
          </p:cNvPicPr>
          <p:nvPr/>
        </p:nvPicPr>
        <p:blipFill>
          <a:blip r:embed="rId3"/>
          <a:stretch>
            <a:fillRect/>
          </a:stretch>
        </p:blipFill>
        <p:spPr>
          <a:xfrm>
            <a:off x="7924800" y="2684165"/>
            <a:ext cx="1949017" cy="3571181"/>
          </a:xfrm>
          <a:prstGeom prst="rect">
            <a:avLst/>
          </a:prstGeom>
        </p:spPr>
      </p:pic>
    </p:spTree>
    <p:extLst>
      <p:ext uri="{BB962C8B-B14F-4D97-AF65-F5344CB8AC3E}">
        <p14:creationId xmlns:p14="http://schemas.microsoft.com/office/powerpoint/2010/main" val="18577576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5D39F76-73CE-4174-BC34-4D5F55ED6C09}"/>
              </a:ext>
            </a:extLst>
          </p:cNvPr>
          <p:cNvSpPr>
            <a:spLocks noGrp="1"/>
          </p:cNvSpPr>
          <p:nvPr>
            <p:ph type="dt" sz="half" idx="10"/>
          </p:nvPr>
        </p:nvSpPr>
        <p:spPr/>
        <p:txBody>
          <a:bodyPr/>
          <a:lstStyle/>
          <a:p>
            <a:fld id="{5DCBE059-FAD7-45D8-8659-E6542D1E092D}" type="datetime1">
              <a:rPr lang="en-US" smtClean="0"/>
              <a:t>5/14/2024</a:t>
            </a:fld>
            <a:endParaRPr lang="en-US" dirty="0"/>
          </a:p>
        </p:txBody>
      </p:sp>
      <p:sp>
        <p:nvSpPr>
          <p:cNvPr id="5" name="Slide Number Placeholder 4">
            <a:extLst>
              <a:ext uri="{FF2B5EF4-FFF2-40B4-BE49-F238E27FC236}">
                <a16:creationId xmlns:a16="http://schemas.microsoft.com/office/drawing/2014/main" id="{75482629-7204-46A9-B9FC-6EBDDDF0150F}"/>
              </a:ext>
            </a:extLst>
          </p:cNvPr>
          <p:cNvSpPr>
            <a:spLocks noGrp="1"/>
          </p:cNvSpPr>
          <p:nvPr>
            <p:ph type="sldNum" sz="quarter" idx="12"/>
          </p:nvPr>
        </p:nvSpPr>
        <p:spPr/>
        <p:txBody>
          <a:bodyPr/>
          <a:lstStyle/>
          <a:p>
            <a:fld id="{CC0149FD-98BB-4821-915B-09C9BFE4B727}" type="slidenum">
              <a:rPr lang="en-US" smtClean="0"/>
              <a:pPr/>
              <a:t>8</a:t>
            </a:fld>
            <a:endParaRPr lang="en-US" dirty="0"/>
          </a:p>
        </p:txBody>
      </p:sp>
      <p:sp>
        <p:nvSpPr>
          <p:cNvPr id="6" name="Title 2">
            <a:extLst>
              <a:ext uri="{FF2B5EF4-FFF2-40B4-BE49-F238E27FC236}">
                <a16:creationId xmlns:a16="http://schemas.microsoft.com/office/drawing/2014/main" id="{E617D497-60E0-4420-8C08-CAF8A487B0E5}"/>
              </a:ext>
            </a:extLst>
          </p:cNvPr>
          <p:cNvSpPr txBox="1">
            <a:spLocks/>
          </p:cNvSpPr>
          <p:nvPr/>
        </p:nvSpPr>
        <p:spPr bwMode="auto">
          <a:xfrm>
            <a:off x="257503" y="716509"/>
            <a:ext cx="7667297" cy="628814"/>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lvl1pPr algn="l" rtl="0" eaLnBrk="0" fontAlgn="base" hangingPunct="0">
              <a:lnSpc>
                <a:spcPct val="90000"/>
              </a:lnSpc>
              <a:spcBef>
                <a:spcPct val="0"/>
              </a:spcBef>
              <a:spcAft>
                <a:spcPct val="0"/>
              </a:spcAft>
              <a:defRPr sz="4000" b="1"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en-US" b="1" i="0" u="none" strike="noStrike" kern="1200" cap="none" spc="0" normalizeH="0" baseline="0" noProof="0">
                <a:ln>
                  <a:noFill/>
                </a:ln>
                <a:solidFill>
                  <a:sysClr val="windowText" lastClr="000000"/>
                </a:solidFill>
                <a:effectLst/>
                <a:uLnTx/>
                <a:uFillTx/>
                <a:ea typeface="+mj-ea"/>
                <a:cs typeface="+mj-cs"/>
              </a:rPr>
              <a:t>Classes and Objects</a:t>
            </a:r>
            <a:endParaRPr kumimoji="0" lang="en-IN" altLang="en-US" b="1" i="0" u="none" strike="noStrike" kern="1200" cap="none" spc="0" normalizeH="0" baseline="0" noProof="0">
              <a:ln>
                <a:noFill/>
              </a:ln>
              <a:solidFill>
                <a:sysClr val="windowText" lastClr="000000"/>
              </a:solidFill>
              <a:effectLst/>
              <a:uLnTx/>
              <a:uFillTx/>
              <a:ea typeface="+mj-ea"/>
              <a:cs typeface="+mj-cs"/>
            </a:endParaRPr>
          </a:p>
        </p:txBody>
      </p:sp>
      <p:sp>
        <p:nvSpPr>
          <p:cNvPr id="8" name="TextBox 7">
            <a:extLst>
              <a:ext uri="{FF2B5EF4-FFF2-40B4-BE49-F238E27FC236}">
                <a16:creationId xmlns:a16="http://schemas.microsoft.com/office/drawing/2014/main" id="{AA14DEDC-AB4A-4694-B1C4-D58EDD8BB2D5}"/>
              </a:ext>
            </a:extLst>
          </p:cNvPr>
          <p:cNvSpPr txBox="1"/>
          <p:nvPr/>
        </p:nvSpPr>
        <p:spPr>
          <a:xfrm>
            <a:off x="-70121" y="1358386"/>
            <a:ext cx="12118428" cy="1292662"/>
          </a:xfrm>
          <a:prstGeom prst="rect">
            <a:avLst/>
          </a:prstGeom>
          <a:noFill/>
        </p:spPr>
        <p:txBody>
          <a:bodyPr wrap="square">
            <a:spAutoFit/>
          </a:bodyPr>
          <a:lstStyle/>
          <a:p>
            <a:pPr marL="342900" indent="-342900" algn="just">
              <a:spcBef>
                <a:spcPts val="600"/>
              </a:spcBef>
              <a:spcAft>
                <a:spcPts val="600"/>
              </a:spcAft>
              <a:buClr>
                <a:srgbClr val="973735"/>
              </a:buClr>
              <a:buSzPct val="50000"/>
              <a:buFont typeface="Wingdings" pitchFamily="2" charset="2"/>
              <a:buChar char="u"/>
              <a:defRPr/>
            </a:pPr>
            <a:r>
              <a:rPr lang="en-US" sz="2600"/>
              <a:t>An object is an instance of the class and represents a real-life entity. To initialize an object in C#, we use a </a:t>
            </a:r>
            <a:r>
              <a:rPr lang="en-US" sz="2600" b="1"/>
              <a:t>new</a:t>
            </a:r>
            <a:r>
              <a:rPr lang="en-US" sz="2600"/>
              <a:t> keyword followed by the name of the class that the object will be based on		</a:t>
            </a:r>
          </a:p>
        </p:txBody>
      </p:sp>
      <p:pic>
        <p:nvPicPr>
          <p:cNvPr id="3" name="Picture 2">
            <a:extLst>
              <a:ext uri="{FF2B5EF4-FFF2-40B4-BE49-F238E27FC236}">
                <a16:creationId xmlns:a16="http://schemas.microsoft.com/office/drawing/2014/main" id="{E4F20FB8-D6C9-4FDC-AA88-E3593CD77EC9}"/>
              </a:ext>
            </a:extLst>
          </p:cNvPr>
          <p:cNvPicPr>
            <a:picLocks noChangeAspect="1"/>
          </p:cNvPicPr>
          <p:nvPr/>
        </p:nvPicPr>
        <p:blipFill>
          <a:blip r:embed="rId3"/>
          <a:stretch>
            <a:fillRect/>
          </a:stretch>
        </p:blipFill>
        <p:spPr>
          <a:xfrm>
            <a:off x="390558" y="2578465"/>
            <a:ext cx="5692379" cy="3876107"/>
          </a:xfrm>
          <a:prstGeom prst="rect">
            <a:avLst/>
          </a:prstGeom>
        </p:spPr>
      </p:pic>
      <p:pic>
        <p:nvPicPr>
          <p:cNvPr id="7" name="Picture 6">
            <a:extLst>
              <a:ext uri="{FF2B5EF4-FFF2-40B4-BE49-F238E27FC236}">
                <a16:creationId xmlns:a16="http://schemas.microsoft.com/office/drawing/2014/main" id="{34EE6B0C-1C36-424F-814B-11C301848348}"/>
              </a:ext>
            </a:extLst>
          </p:cNvPr>
          <p:cNvPicPr>
            <a:picLocks noChangeAspect="1"/>
          </p:cNvPicPr>
          <p:nvPr/>
        </p:nvPicPr>
        <p:blipFill>
          <a:blip r:embed="rId4"/>
          <a:stretch>
            <a:fillRect/>
          </a:stretch>
        </p:blipFill>
        <p:spPr>
          <a:xfrm>
            <a:off x="6491310" y="2664111"/>
            <a:ext cx="4389500" cy="2758679"/>
          </a:xfrm>
          <a:prstGeom prst="rect">
            <a:avLst/>
          </a:prstGeom>
        </p:spPr>
      </p:pic>
      <p:pic>
        <p:nvPicPr>
          <p:cNvPr id="11" name="Picture 10">
            <a:extLst>
              <a:ext uri="{FF2B5EF4-FFF2-40B4-BE49-F238E27FC236}">
                <a16:creationId xmlns:a16="http://schemas.microsoft.com/office/drawing/2014/main" id="{86A6ED47-614B-4E4D-8714-AAF9F0A999DC}"/>
              </a:ext>
            </a:extLst>
          </p:cNvPr>
          <p:cNvPicPr>
            <a:picLocks noChangeAspect="1"/>
          </p:cNvPicPr>
          <p:nvPr/>
        </p:nvPicPr>
        <p:blipFill>
          <a:blip r:embed="rId5"/>
          <a:stretch>
            <a:fillRect/>
          </a:stretch>
        </p:blipFill>
        <p:spPr>
          <a:xfrm>
            <a:off x="8580025" y="5206614"/>
            <a:ext cx="3447664" cy="1218037"/>
          </a:xfrm>
          <a:prstGeom prst="rect">
            <a:avLst/>
          </a:prstGeom>
        </p:spPr>
      </p:pic>
    </p:spTree>
    <p:extLst>
      <p:ext uri="{BB962C8B-B14F-4D97-AF65-F5344CB8AC3E}">
        <p14:creationId xmlns:p14="http://schemas.microsoft.com/office/powerpoint/2010/main" val="30770663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5D39F76-73CE-4174-BC34-4D5F55ED6C09}"/>
              </a:ext>
            </a:extLst>
          </p:cNvPr>
          <p:cNvSpPr>
            <a:spLocks noGrp="1"/>
          </p:cNvSpPr>
          <p:nvPr>
            <p:ph type="dt" sz="half" idx="10"/>
          </p:nvPr>
        </p:nvSpPr>
        <p:spPr/>
        <p:txBody>
          <a:bodyPr/>
          <a:lstStyle/>
          <a:p>
            <a:fld id="{5DCBE059-FAD7-45D8-8659-E6542D1E092D}" type="datetime1">
              <a:rPr lang="en-US" smtClean="0"/>
              <a:t>5/14/2024</a:t>
            </a:fld>
            <a:endParaRPr lang="en-US" dirty="0"/>
          </a:p>
        </p:txBody>
      </p:sp>
      <p:sp>
        <p:nvSpPr>
          <p:cNvPr id="5" name="Slide Number Placeholder 4">
            <a:extLst>
              <a:ext uri="{FF2B5EF4-FFF2-40B4-BE49-F238E27FC236}">
                <a16:creationId xmlns:a16="http://schemas.microsoft.com/office/drawing/2014/main" id="{75482629-7204-46A9-B9FC-6EBDDDF0150F}"/>
              </a:ext>
            </a:extLst>
          </p:cNvPr>
          <p:cNvSpPr>
            <a:spLocks noGrp="1"/>
          </p:cNvSpPr>
          <p:nvPr>
            <p:ph type="sldNum" sz="quarter" idx="12"/>
          </p:nvPr>
        </p:nvSpPr>
        <p:spPr/>
        <p:txBody>
          <a:bodyPr/>
          <a:lstStyle/>
          <a:p>
            <a:fld id="{CC0149FD-98BB-4821-915B-09C9BFE4B727}" type="slidenum">
              <a:rPr lang="en-US" smtClean="0"/>
              <a:pPr/>
              <a:t>9</a:t>
            </a:fld>
            <a:endParaRPr lang="en-US" dirty="0"/>
          </a:p>
        </p:txBody>
      </p:sp>
      <p:sp>
        <p:nvSpPr>
          <p:cNvPr id="6" name="Title 2">
            <a:extLst>
              <a:ext uri="{FF2B5EF4-FFF2-40B4-BE49-F238E27FC236}">
                <a16:creationId xmlns:a16="http://schemas.microsoft.com/office/drawing/2014/main" id="{E617D497-60E0-4420-8C08-CAF8A487B0E5}"/>
              </a:ext>
            </a:extLst>
          </p:cNvPr>
          <p:cNvSpPr txBox="1">
            <a:spLocks/>
          </p:cNvSpPr>
          <p:nvPr/>
        </p:nvSpPr>
        <p:spPr bwMode="auto">
          <a:xfrm>
            <a:off x="257504" y="716509"/>
            <a:ext cx="5197366" cy="628814"/>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lvl1pPr algn="l" rtl="0" eaLnBrk="0" fontAlgn="base" hangingPunct="0">
              <a:lnSpc>
                <a:spcPct val="90000"/>
              </a:lnSpc>
              <a:spcBef>
                <a:spcPct val="0"/>
              </a:spcBef>
              <a:spcAft>
                <a:spcPct val="0"/>
              </a:spcAft>
              <a:defRPr sz="4000" b="1"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en-US" b="1" i="0" u="none" strike="noStrike" kern="1200" cap="none" spc="0" normalizeH="0" baseline="0" noProof="0">
                <a:ln>
                  <a:noFill/>
                </a:ln>
                <a:solidFill>
                  <a:sysClr val="windowText" lastClr="000000"/>
                </a:solidFill>
                <a:effectLst/>
                <a:uLnTx/>
                <a:uFillTx/>
                <a:ea typeface="+mj-ea"/>
                <a:cs typeface="+mj-cs"/>
              </a:rPr>
              <a:t>Member Visibility</a:t>
            </a:r>
            <a:endParaRPr kumimoji="0" lang="en-IN" altLang="en-US" b="1" i="0" u="none" strike="noStrike" kern="1200" cap="none" spc="0" normalizeH="0" baseline="0" noProof="0">
              <a:ln>
                <a:noFill/>
              </a:ln>
              <a:solidFill>
                <a:sysClr val="windowText" lastClr="000000"/>
              </a:solidFill>
              <a:effectLst/>
              <a:uLnTx/>
              <a:uFillTx/>
              <a:ea typeface="+mj-ea"/>
              <a:cs typeface="+mj-cs"/>
            </a:endParaRPr>
          </a:p>
        </p:txBody>
      </p:sp>
      <p:sp>
        <p:nvSpPr>
          <p:cNvPr id="7" name="TextBox 6">
            <a:extLst>
              <a:ext uri="{FF2B5EF4-FFF2-40B4-BE49-F238E27FC236}">
                <a16:creationId xmlns:a16="http://schemas.microsoft.com/office/drawing/2014/main" id="{336EEA5A-BD2D-4065-AF92-6A45E3A6ED84}"/>
              </a:ext>
            </a:extLst>
          </p:cNvPr>
          <p:cNvSpPr txBox="1"/>
          <p:nvPr/>
        </p:nvSpPr>
        <p:spPr>
          <a:xfrm>
            <a:off x="-21266" y="1345323"/>
            <a:ext cx="12034345" cy="1218539"/>
          </a:xfrm>
          <a:prstGeom prst="rect">
            <a:avLst/>
          </a:prstGeom>
          <a:noFill/>
        </p:spPr>
        <p:txBody>
          <a:bodyPr wrap="square">
            <a:spAutoFit/>
          </a:bodyPr>
          <a:lstStyle/>
          <a:p>
            <a:pPr marL="342900" indent="-342900" algn="just">
              <a:lnSpc>
                <a:spcPct val="150000"/>
              </a:lnSpc>
              <a:spcBef>
                <a:spcPts val="600"/>
              </a:spcBef>
              <a:spcAft>
                <a:spcPts val="600"/>
              </a:spcAft>
              <a:buClr>
                <a:srgbClr val="973735"/>
              </a:buClr>
              <a:buSzPct val="50000"/>
              <a:buFont typeface="Wingdings" pitchFamily="2" charset="2"/>
              <a:buChar char="u"/>
              <a:defRPr/>
            </a:pPr>
            <a:r>
              <a:rPr lang="en-US" sz="2600"/>
              <a:t>There are five access specifiers: private, public, protected, internal, and protected internal. By default, the members are private to the class</a:t>
            </a:r>
            <a:endParaRPr lang="en-US" sz="2600">
              <a:solidFill>
                <a:srgbClr val="0070C0"/>
              </a:solidFill>
            </a:endParaRPr>
          </a:p>
        </p:txBody>
      </p:sp>
      <p:sp>
        <p:nvSpPr>
          <p:cNvPr id="8" name="TextBox 7">
            <a:extLst>
              <a:ext uri="{FF2B5EF4-FFF2-40B4-BE49-F238E27FC236}">
                <a16:creationId xmlns:a16="http://schemas.microsoft.com/office/drawing/2014/main" id="{46B3D1E6-A454-4585-A063-A0EDCFBFF8D0}"/>
              </a:ext>
            </a:extLst>
          </p:cNvPr>
          <p:cNvSpPr txBox="1"/>
          <p:nvPr/>
        </p:nvSpPr>
        <p:spPr>
          <a:xfrm>
            <a:off x="-21266" y="2807808"/>
            <a:ext cx="12107917" cy="3296865"/>
          </a:xfrm>
          <a:prstGeom prst="rect">
            <a:avLst/>
          </a:prstGeom>
          <a:noFill/>
        </p:spPr>
        <p:txBody>
          <a:bodyPr wrap="square">
            <a:spAutoFit/>
          </a:bodyPr>
          <a:lstStyle/>
          <a:p>
            <a:pPr marL="461963" marR="13335" lvl="1" indent="-230188" algn="just">
              <a:lnSpc>
                <a:spcPct val="150000"/>
              </a:lnSpc>
              <a:spcBef>
                <a:spcPts val="1200"/>
              </a:spcBef>
              <a:spcAft>
                <a:spcPts val="1200"/>
              </a:spcAft>
              <a:buClr>
                <a:srgbClr val="C00000"/>
              </a:buClr>
              <a:buSzPct val="70000"/>
              <a:buFont typeface="Wingdings" panose="05000000000000000000" pitchFamily="2" charset="2"/>
              <a:buChar char="§"/>
              <a:tabLst>
                <a:tab pos="346075" algn="l"/>
                <a:tab pos="461963" algn="l"/>
              </a:tabLst>
              <a:defRPr/>
            </a:pPr>
            <a:r>
              <a:rPr lang="en-US" sz="2300">
                <a:solidFill>
                  <a:srgbClr val="0070C0"/>
                </a:solidFill>
                <a:latin typeface="+mj-lt"/>
              </a:rPr>
              <a:t>public</a:t>
            </a:r>
            <a:r>
              <a:rPr lang="en-US" sz="2300">
                <a:latin typeface="+mj-lt"/>
              </a:rPr>
              <a:t>: The type or member can be accessed by any other code in the same assembly or another assembly that references it</a:t>
            </a:r>
          </a:p>
          <a:p>
            <a:pPr marL="461963" marR="13335" lvl="1" indent="-230188" algn="just">
              <a:lnSpc>
                <a:spcPct val="150000"/>
              </a:lnSpc>
              <a:spcBef>
                <a:spcPts val="1200"/>
              </a:spcBef>
              <a:spcAft>
                <a:spcPts val="1200"/>
              </a:spcAft>
              <a:buClr>
                <a:srgbClr val="C00000"/>
              </a:buClr>
              <a:buSzPct val="70000"/>
              <a:buFont typeface="Wingdings" panose="05000000000000000000" pitchFamily="2" charset="2"/>
              <a:buChar char="§"/>
              <a:tabLst>
                <a:tab pos="346075" algn="l"/>
                <a:tab pos="461963" algn="l"/>
              </a:tabLst>
              <a:defRPr/>
            </a:pPr>
            <a:r>
              <a:rPr lang="en-US" sz="2300">
                <a:solidFill>
                  <a:srgbClr val="0070C0"/>
                </a:solidFill>
                <a:latin typeface="+mj-lt"/>
              </a:rPr>
              <a:t>private</a:t>
            </a:r>
            <a:r>
              <a:rPr lang="en-US" sz="2300">
                <a:latin typeface="+mj-lt"/>
              </a:rPr>
              <a:t>: The type or member can be accessed only by code in the same class or struct</a:t>
            </a:r>
          </a:p>
          <a:p>
            <a:pPr marL="461963" marR="13335" lvl="1" indent="-230188" algn="just">
              <a:lnSpc>
                <a:spcPct val="150000"/>
              </a:lnSpc>
              <a:spcBef>
                <a:spcPts val="1200"/>
              </a:spcBef>
              <a:spcAft>
                <a:spcPts val="1200"/>
              </a:spcAft>
              <a:buClr>
                <a:srgbClr val="C00000"/>
              </a:buClr>
              <a:buSzPct val="70000"/>
              <a:buFont typeface="Wingdings" panose="05000000000000000000" pitchFamily="2" charset="2"/>
              <a:buChar char="§"/>
              <a:tabLst>
                <a:tab pos="346075" algn="l"/>
                <a:tab pos="461963" algn="l"/>
              </a:tabLst>
              <a:defRPr/>
            </a:pPr>
            <a:r>
              <a:rPr lang="en-US" sz="2300">
                <a:solidFill>
                  <a:srgbClr val="0070C0"/>
                </a:solidFill>
                <a:latin typeface="+mj-lt"/>
              </a:rPr>
              <a:t>protected</a:t>
            </a:r>
            <a:r>
              <a:rPr lang="en-US" sz="2300">
                <a:latin typeface="+mj-lt"/>
              </a:rPr>
              <a:t>: The type or member can be accessed only by code in the same class, or in a class that is derived from that class</a:t>
            </a:r>
          </a:p>
        </p:txBody>
      </p:sp>
    </p:spTree>
    <p:extLst>
      <p:ext uri="{BB962C8B-B14F-4D97-AF65-F5344CB8AC3E}">
        <p14:creationId xmlns:p14="http://schemas.microsoft.com/office/powerpoint/2010/main" val="16427754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5D39F76-73CE-4174-BC34-4D5F55ED6C09}"/>
              </a:ext>
            </a:extLst>
          </p:cNvPr>
          <p:cNvSpPr>
            <a:spLocks noGrp="1"/>
          </p:cNvSpPr>
          <p:nvPr>
            <p:ph type="dt" sz="half" idx="10"/>
          </p:nvPr>
        </p:nvSpPr>
        <p:spPr/>
        <p:txBody>
          <a:bodyPr/>
          <a:lstStyle/>
          <a:p>
            <a:fld id="{5DCBE059-FAD7-45D8-8659-E6542D1E092D}" type="datetime1">
              <a:rPr lang="en-US" smtClean="0"/>
              <a:t>5/14/2024</a:t>
            </a:fld>
            <a:endParaRPr lang="en-US" dirty="0"/>
          </a:p>
        </p:txBody>
      </p:sp>
      <p:sp>
        <p:nvSpPr>
          <p:cNvPr id="5" name="Slide Number Placeholder 4">
            <a:extLst>
              <a:ext uri="{FF2B5EF4-FFF2-40B4-BE49-F238E27FC236}">
                <a16:creationId xmlns:a16="http://schemas.microsoft.com/office/drawing/2014/main" id="{75482629-7204-46A9-B9FC-6EBDDDF0150F}"/>
              </a:ext>
            </a:extLst>
          </p:cNvPr>
          <p:cNvSpPr>
            <a:spLocks noGrp="1"/>
          </p:cNvSpPr>
          <p:nvPr>
            <p:ph type="sldNum" sz="quarter" idx="12"/>
          </p:nvPr>
        </p:nvSpPr>
        <p:spPr/>
        <p:txBody>
          <a:bodyPr/>
          <a:lstStyle/>
          <a:p>
            <a:fld id="{CC0149FD-98BB-4821-915B-09C9BFE4B727}" type="slidenum">
              <a:rPr lang="en-US" smtClean="0"/>
              <a:pPr/>
              <a:t>10</a:t>
            </a:fld>
            <a:endParaRPr lang="en-US" dirty="0"/>
          </a:p>
        </p:txBody>
      </p:sp>
      <p:sp>
        <p:nvSpPr>
          <p:cNvPr id="6" name="Title 2">
            <a:extLst>
              <a:ext uri="{FF2B5EF4-FFF2-40B4-BE49-F238E27FC236}">
                <a16:creationId xmlns:a16="http://schemas.microsoft.com/office/drawing/2014/main" id="{E617D497-60E0-4420-8C08-CAF8A487B0E5}"/>
              </a:ext>
            </a:extLst>
          </p:cNvPr>
          <p:cNvSpPr txBox="1">
            <a:spLocks/>
          </p:cNvSpPr>
          <p:nvPr/>
        </p:nvSpPr>
        <p:spPr bwMode="auto">
          <a:xfrm>
            <a:off x="257504" y="716509"/>
            <a:ext cx="5197366" cy="628814"/>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lvl1pPr algn="l" rtl="0" eaLnBrk="0" fontAlgn="base" hangingPunct="0">
              <a:lnSpc>
                <a:spcPct val="90000"/>
              </a:lnSpc>
              <a:spcBef>
                <a:spcPct val="0"/>
              </a:spcBef>
              <a:spcAft>
                <a:spcPct val="0"/>
              </a:spcAft>
              <a:defRPr sz="4000" b="1"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en-US" b="1" i="0" u="none" strike="noStrike" kern="1200" cap="none" spc="0" normalizeH="0" baseline="0" noProof="0">
                <a:ln>
                  <a:noFill/>
                </a:ln>
                <a:solidFill>
                  <a:sysClr val="windowText" lastClr="000000"/>
                </a:solidFill>
                <a:effectLst/>
                <a:uLnTx/>
                <a:uFillTx/>
                <a:ea typeface="+mj-ea"/>
                <a:cs typeface="+mj-cs"/>
              </a:rPr>
              <a:t>Member Visibility</a:t>
            </a:r>
            <a:endParaRPr kumimoji="0" lang="en-IN" altLang="en-US" b="1" i="0" u="none" strike="noStrike" kern="1200" cap="none" spc="0" normalizeH="0" baseline="0" noProof="0">
              <a:ln>
                <a:noFill/>
              </a:ln>
              <a:solidFill>
                <a:sysClr val="windowText" lastClr="000000"/>
              </a:solidFill>
              <a:effectLst/>
              <a:uLnTx/>
              <a:uFillTx/>
              <a:ea typeface="+mj-ea"/>
              <a:cs typeface="+mj-cs"/>
            </a:endParaRPr>
          </a:p>
        </p:txBody>
      </p:sp>
      <p:sp>
        <p:nvSpPr>
          <p:cNvPr id="8" name="TextBox 7">
            <a:extLst>
              <a:ext uri="{FF2B5EF4-FFF2-40B4-BE49-F238E27FC236}">
                <a16:creationId xmlns:a16="http://schemas.microsoft.com/office/drawing/2014/main" id="{46B3D1E6-A454-4585-A063-A0EDCFBFF8D0}"/>
              </a:ext>
            </a:extLst>
          </p:cNvPr>
          <p:cNvSpPr txBox="1"/>
          <p:nvPr/>
        </p:nvSpPr>
        <p:spPr>
          <a:xfrm>
            <a:off x="-138223" y="1593564"/>
            <a:ext cx="12107917" cy="4383701"/>
          </a:xfrm>
          <a:prstGeom prst="rect">
            <a:avLst/>
          </a:prstGeom>
          <a:noFill/>
        </p:spPr>
        <p:txBody>
          <a:bodyPr wrap="square">
            <a:spAutoFit/>
          </a:bodyPr>
          <a:lstStyle/>
          <a:p>
            <a:pPr marL="461963" marR="13335" lvl="1" indent="-230188" algn="just">
              <a:lnSpc>
                <a:spcPct val="200000"/>
              </a:lnSpc>
              <a:spcBef>
                <a:spcPts val="300"/>
              </a:spcBef>
              <a:spcAft>
                <a:spcPts val="300"/>
              </a:spcAft>
              <a:buClr>
                <a:srgbClr val="C00000"/>
              </a:buClr>
              <a:buSzPct val="70000"/>
              <a:buFont typeface="Wingdings" panose="05000000000000000000" pitchFamily="2" charset="2"/>
              <a:buChar char="§"/>
              <a:tabLst>
                <a:tab pos="346075" algn="l"/>
                <a:tab pos="461963" algn="l"/>
              </a:tabLst>
              <a:defRPr/>
            </a:pPr>
            <a:r>
              <a:rPr lang="en-US" sz="2300">
                <a:solidFill>
                  <a:srgbClr val="0070C0"/>
                </a:solidFill>
                <a:latin typeface="+mj-lt"/>
              </a:rPr>
              <a:t>internal</a:t>
            </a:r>
            <a:r>
              <a:rPr lang="en-US" sz="2300">
                <a:latin typeface="+mj-lt"/>
              </a:rPr>
              <a:t>: The type or member can be accessed by any code in the same assembly, but not from another assembly</a:t>
            </a:r>
          </a:p>
          <a:p>
            <a:pPr marL="461963" marR="13335" lvl="1" indent="-230188" algn="just">
              <a:lnSpc>
                <a:spcPct val="200000"/>
              </a:lnSpc>
              <a:spcBef>
                <a:spcPts val="300"/>
              </a:spcBef>
              <a:spcAft>
                <a:spcPts val="300"/>
              </a:spcAft>
              <a:buClr>
                <a:srgbClr val="C00000"/>
              </a:buClr>
              <a:buSzPct val="70000"/>
              <a:buFont typeface="Wingdings" panose="05000000000000000000" pitchFamily="2" charset="2"/>
              <a:buChar char="§"/>
              <a:tabLst>
                <a:tab pos="346075" algn="l"/>
                <a:tab pos="461963" algn="l"/>
              </a:tabLst>
              <a:defRPr/>
            </a:pPr>
            <a:r>
              <a:rPr lang="en-US" sz="2300">
                <a:solidFill>
                  <a:srgbClr val="0070C0"/>
                </a:solidFill>
                <a:latin typeface="+mj-lt"/>
              </a:rPr>
              <a:t>protected internal</a:t>
            </a:r>
            <a:r>
              <a:rPr lang="en-US" sz="2300">
                <a:latin typeface="+mj-lt"/>
              </a:rPr>
              <a:t>: The type or member can be accessed by any code in the assembly in which it's declared, or from within a derived class in another assembly</a:t>
            </a:r>
          </a:p>
          <a:p>
            <a:pPr marL="461963" marR="13335" lvl="1" indent="-230188" algn="just">
              <a:lnSpc>
                <a:spcPct val="200000"/>
              </a:lnSpc>
              <a:spcBef>
                <a:spcPts val="300"/>
              </a:spcBef>
              <a:spcAft>
                <a:spcPts val="300"/>
              </a:spcAft>
              <a:buClr>
                <a:srgbClr val="C00000"/>
              </a:buClr>
              <a:buSzPct val="70000"/>
              <a:buFont typeface="Wingdings" panose="05000000000000000000" pitchFamily="2" charset="2"/>
              <a:buChar char="§"/>
              <a:tabLst>
                <a:tab pos="346075" algn="l"/>
                <a:tab pos="461963" algn="l"/>
              </a:tabLst>
              <a:defRPr/>
            </a:pPr>
            <a:r>
              <a:rPr lang="en-US" sz="2300">
                <a:solidFill>
                  <a:srgbClr val="0070C0"/>
                </a:solidFill>
                <a:latin typeface="+mj-lt"/>
              </a:rPr>
              <a:t>private protected</a:t>
            </a:r>
            <a:r>
              <a:rPr lang="en-US" sz="2300">
                <a:latin typeface="+mj-lt"/>
              </a:rPr>
              <a:t>: The type or member can be accessed only within its declaring assembly, by code in the same class or in a type that is derived from that class</a:t>
            </a:r>
          </a:p>
        </p:txBody>
      </p:sp>
    </p:spTree>
    <p:extLst>
      <p:ext uri="{BB962C8B-B14F-4D97-AF65-F5344CB8AC3E}">
        <p14:creationId xmlns:p14="http://schemas.microsoft.com/office/powerpoint/2010/main" val="5996922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5D39F76-73CE-4174-BC34-4D5F55ED6C09}"/>
              </a:ext>
            </a:extLst>
          </p:cNvPr>
          <p:cNvSpPr>
            <a:spLocks noGrp="1"/>
          </p:cNvSpPr>
          <p:nvPr>
            <p:ph type="dt" sz="half" idx="10"/>
          </p:nvPr>
        </p:nvSpPr>
        <p:spPr/>
        <p:txBody>
          <a:bodyPr/>
          <a:lstStyle/>
          <a:p>
            <a:fld id="{5DCBE059-FAD7-45D8-8659-E6542D1E092D}" type="datetime1">
              <a:rPr lang="en-US" smtClean="0"/>
              <a:t>5/14/2024</a:t>
            </a:fld>
            <a:endParaRPr lang="en-US" dirty="0"/>
          </a:p>
        </p:txBody>
      </p:sp>
      <p:sp>
        <p:nvSpPr>
          <p:cNvPr id="5" name="Slide Number Placeholder 4">
            <a:extLst>
              <a:ext uri="{FF2B5EF4-FFF2-40B4-BE49-F238E27FC236}">
                <a16:creationId xmlns:a16="http://schemas.microsoft.com/office/drawing/2014/main" id="{75482629-7204-46A9-B9FC-6EBDDDF0150F}"/>
              </a:ext>
            </a:extLst>
          </p:cNvPr>
          <p:cNvSpPr>
            <a:spLocks noGrp="1"/>
          </p:cNvSpPr>
          <p:nvPr>
            <p:ph type="sldNum" sz="quarter" idx="12"/>
          </p:nvPr>
        </p:nvSpPr>
        <p:spPr/>
        <p:txBody>
          <a:bodyPr/>
          <a:lstStyle/>
          <a:p>
            <a:fld id="{CC0149FD-98BB-4821-915B-09C9BFE4B727}" type="slidenum">
              <a:rPr lang="en-US" smtClean="0"/>
              <a:pPr/>
              <a:t>11</a:t>
            </a:fld>
            <a:endParaRPr lang="en-US" dirty="0"/>
          </a:p>
        </p:txBody>
      </p:sp>
      <p:sp>
        <p:nvSpPr>
          <p:cNvPr id="6" name="Title 2">
            <a:extLst>
              <a:ext uri="{FF2B5EF4-FFF2-40B4-BE49-F238E27FC236}">
                <a16:creationId xmlns:a16="http://schemas.microsoft.com/office/drawing/2014/main" id="{E617D497-60E0-4420-8C08-CAF8A487B0E5}"/>
              </a:ext>
            </a:extLst>
          </p:cNvPr>
          <p:cNvSpPr txBox="1">
            <a:spLocks/>
          </p:cNvSpPr>
          <p:nvPr/>
        </p:nvSpPr>
        <p:spPr bwMode="auto">
          <a:xfrm>
            <a:off x="257504" y="716509"/>
            <a:ext cx="5502166" cy="628814"/>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lvl1pPr algn="l" rtl="0" eaLnBrk="0" fontAlgn="base" hangingPunct="0">
              <a:lnSpc>
                <a:spcPct val="90000"/>
              </a:lnSpc>
              <a:spcBef>
                <a:spcPct val="0"/>
              </a:spcBef>
              <a:spcAft>
                <a:spcPct val="0"/>
              </a:spcAft>
              <a:defRPr sz="4000" b="1"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en-US" b="1" i="0" u="none" strike="noStrike" kern="1200" cap="none" spc="0" normalizeH="0" baseline="0" noProof="0">
                <a:ln>
                  <a:noFill/>
                </a:ln>
                <a:solidFill>
                  <a:sysClr val="windowText" lastClr="000000"/>
                </a:solidFill>
                <a:effectLst/>
                <a:uLnTx/>
                <a:uFillTx/>
                <a:ea typeface="+mj-ea"/>
                <a:cs typeface="+mj-cs"/>
              </a:rPr>
              <a:t>OOP-Encapsulation</a:t>
            </a:r>
            <a:endParaRPr kumimoji="0" lang="en-IN" altLang="en-US" b="1" i="0" u="none" strike="noStrike" kern="1200" cap="none" spc="0" normalizeH="0" baseline="0" noProof="0">
              <a:ln>
                <a:noFill/>
              </a:ln>
              <a:solidFill>
                <a:sysClr val="windowText" lastClr="000000"/>
              </a:solidFill>
              <a:effectLst/>
              <a:uLnTx/>
              <a:uFillTx/>
              <a:ea typeface="+mj-ea"/>
              <a:cs typeface="+mj-cs"/>
            </a:endParaRPr>
          </a:p>
        </p:txBody>
      </p:sp>
      <p:sp>
        <p:nvSpPr>
          <p:cNvPr id="7" name="TextBox 6">
            <a:extLst>
              <a:ext uri="{FF2B5EF4-FFF2-40B4-BE49-F238E27FC236}">
                <a16:creationId xmlns:a16="http://schemas.microsoft.com/office/drawing/2014/main" id="{3C896355-DFB3-4DBC-B36E-32CCCA455558}"/>
              </a:ext>
            </a:extLst>
          </p:cNvPr>
          <p:cNvSpPr txBox="1"/>
          <p:nvPr/>
        </p:nvSpPr>
        <p:spPr>
          <a:xfrm>
            <a:off x="172440" y="1272417"/>
            <a:ext cx="11789184" cy="5281189"/>
          </a:xfrm>
          <a:prstGeom prst="rect">
            <a:avLst/>
          </a:prstGeom>
          <a:noFill/>
        </p:spPr>
        <p:txBody>
          <a:bodyPr wrap="square">
            <a:spAutoFit/>
          </a:bodyPr>
          <a:lstStyle/>
          <a:p>
            <a:pPr marL="342900" indent="-342900" algn="just">
              <a:lnSpc>
                <a:spcPct val="150000"/>
              </a:lnSpc>
              <a:spcBef>
                <a:spcPts val="600"/>
              </a:spcBef>
              <a:spcAft>
                <a:spcPts val="600"/>
              </a:spcAft>
              <a:buClr>
                <a:srgbClr val="973735"/>
              </a:buClr>
              <a:buSzPct val="50000"/>
              <a:buFont typeface="Wingdings" pitchFamily="2" charset="2"/>
              <a:buChar char="u"/>
              <a:defRPr/>
            </a:pPr>
            <a:r>
              <a:rPr lang="en-US" sz="2600"/>
              <a:t>Encapsulation is defined as binding data and code that manipulates it together in a single unit</a:t>
            </a:r>
          </a:p>
          <a:p>
            <a:pPr marL="342900" indent="-342900" algn="just">
              <a:lnSpc>
                <a:spcPct val="150000"/>
              </a:lnSpc>
              <a:spcBef>
                <a:spcPts val="600"/>
              </a:spcBef>
              <a:spcAft>
                <a:spcPts val="600"/>
              </a:spcAft>
              <a:buClr>
                <a:srgbClr val="973735"/>
              </a:buClr>
              <a:buSzPct val="50000"/>
              <a:buFont typeface="Wingdings" pitchFamily="2" charset="2"/>
              <a:buChar char="u"/>
              <a:defRPr/>
            </a:pPr>
            <a:r>
              <a:rPr lang="en-US" sz="2600"/>
              <a:t>Data is privately bound within a class without direct access from the outside of the class</a:t>
            </a:r>
          </a:p>
          <a:p>
            <a:pPr marL="342900" indent="-342900" algn="just">
              <a:lnSpc>
                <a:spcPct val="150000"/>
              </a:lnSpc>
              <a:spcBef>
                <a:spcPts val="600"/>
              </a:spcBef>
              <a:spcAft>
                <a:spcPts val="600"/>
              </a:spcAft>
              <a:buClr>
                <a:srgbClr val="973735"/>
              </a:buClr>
              <a:buSzPct val="50000"/>
              <a:buFont typeface="Wingdings" pitchFamily="2" charset="2"/>
              <a:buChar char="u"/>
              <a:defRPr/>
            </a:pPr>
            <a:r>
              <a:rPr lang="en-US" sz="2600"/>
              <a:t>All objects that need to read or modify the data of an object should do it through the public methods that a class provides</a:t>
            </a:r>
          </a:p>
          <a:p>
            <a:pPr marL="342900" indent="-342900" algn="just">
              <a:lnSpc>
                <a:spcPct val="150000"/>
              </a:lnSpc>
              <a:spcBef>
                <a:spcPts val="600"/>
              </a:spcBef>
              <a:spcAft>
                <a:spcPts val="600"/>
              </a:spcAft>
              <a:buClr>
                <a:srgbClr val="973735"/>
              </a:buClr>
              <a:buSzPct val="50000"/>
              <a:buFont typeface="Wingdings" pitchFamily="2" charset="2"/>
              <a:buChar char="u"/>
              <a:defRPr/>
            </a:pPr>
            <a:r>
              <a:rPr lang="en-US" sz="2600"/>
              <a:t>This characteristic is called data hiding and makes code less error-prone by defining a limited number of entry points to an object’s data</a:t>
            </a:r>
          </a:p>
        </p:txBody>
      </p:sp>
    </p:spTree>
    <p:extLst>
      <p:ext uri="{BB962C8B-B14F-4D97-AF65-F5344CB8AC3E}">
        <p14:creationId xmlns:p14="http://schemas.microsoft.com/office/powerpoint/2010/main" val="36688520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5D39F76-73CE-4174-BC34-4D5F55ED6C09}"/>
              </a:ext>
            </a:extLst>
          </p:cNvPr>
          <p:cNvSpPr>
            <a:spLocks noGrp="1"/>
          </p:cNvSpPr>
          <p:nvPr>
            <p:ph type="dt" sz="half" idx="10"/>
          </p:nvPr>
        </p:nvSpPr>
        <p:spPr/>
        <p:txBody>
          <a:bodyPr/>
          <a:lstStyle/>
          <a:p>
            <a:fld id="{5DCBE059-FAD7-45D8-8659-E6542D1E092D}" type="datetime1">
              <a:rPr lang="en-US" smtClean="0"/>
              <a:t>5/14/2024</a:t>
            </a:fld>
            <a:endParaRPr lang="en-US" dirty="0"/>
          </a:p>
        </p:txBody>
      </p:sp>
      <p:sp>
        <p:nvSpPr>
          <p:cNvPr id="5" name="Slide Number Placeholder 4">
            <a:extLst>
              <a:ext uri="{FF2B5EF4-FFF2-40B4-BE49-F238E27FC236}">
                <a16:creationId xmlns:a16="http://schemas.microsoft.com/office/drawing/2014/main" id="{75482629-7204-46A9-B9FC-6EBDDDF0150F}"/>
              </a:ext>
            </a:extLst>
          </p:cNvPr>
          <p:cNvSpPr>
            <a:spLocks noGrp="1"/>
          </p:cNvSpPr>
          <p:nvPr>
            <p:ph type="sldNum" sz="quarter" idx="12"/>
          </p:nvPr>
        </p:nvSpPr>
        <p:spPr/>
        <p:txBody>
          <a:bodyPr/>
          <a:lstStyle/>
          <a:p>
            <a:fld id="{CC0149FD-98BB-4821-915B-09C9BFE4B727}" type="slidenum">
              <a:rPr lang="en-US" smtClean="0"/>
              <a:pPr/>
              <a:t>12</a:t>
            </a:fld>
            <a:endParaRPr lang="en-US" dirty="0"/>
          </a:p>
        </p:txBody>
      </p:sp>
      <p:sp>
        <p:nvSpPr>
          <p:cNvPr id="7" name="Title 2">
            <a:extLst>
              <a:ext uri="{FF2B5EF4-FFF2-40B4-BE49-F238E27FC236}">
                <a16:creationId xmlns:a16="http://schemas.microsoft.com/office/drawing/2014/main" id="{F0CAF2EC-0230-432F-AC52-F3CD68093DC9}"/>
              </a:ext>
            </a:extLst>
          </p:cNvPr>
          <p:cNvSpPr txBox="1">
            <a:spLocks/>
          </p:cNvSpPr>
          <p:nvPr/>
        </p:nvSpPr>
        <p:spPr bwMode="auto">
          <a:xfrm>
            <a:off x="257504" y="716509"/>
            <a:ext cx="5502166" cy="628814"/>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lvl1pPr algn="l" rtl="0" eaLnBrk="0" fontAlgn="base" hangingPunct="0">
              <a:lnSpc>
                <a:spcPct val="90000"/>
              </a:lnSpc>
              <a:spcBef>
                <a:spcPct val="0"/>
              </a:spcBef>
              <a:spcAft>
                <a:spcPct val="0"/>
              </a:spcAft>
              <a:defRPr sz="4000" b="1"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en-US" b="1" i="0" u="none" strike="noStrike" kern="1200" cap="none" spc="0" normalizeH="0" baseline="0" noProof="0">
                <a:ln>
                  <a:noFill/>
                </a:ln>
                <a:solidFill>
                  <a:sysClr val="windowText" lastClr="000000"/>
                </a:solidFill>
                <a:effectLst/>
                <a:uLnTx/>
                <a:uFillTx/>
                <a:ea typeface="+mj-ea"/>
                <a:cs typeface="+mj-cs"/>
              </a:rPr>
              <a:t>OOP-Encapsulation</a:t>
            </a:r>
            <a:endParaRPr kumimoji="0" lang="en-IN" altLang="en-US" b="1" i="0" u="none" strike="noStrike" kern="1200" cap="none" spc="0" normalizeH="0" baseline="0" noProof="0">
              <a:ln>
                <a:noFill/>
              </a:ln>
              <a:solidFill>
                <a:sysClr val="windowText" lastClr="000000"/>
              </a:solidFill>
              <a:effectLst/>
              <a:uLnTx/>
              <a:uFillTx/>
              <a:ea typeface="+mj-ea"/>
              <a:cs typeface="+mj-cs"/>
            </a:endParaRPr>
          </a:p>
        </p:txBody>
      </p:sp>
      <p:pic>
        <p:nvPicPr>
          <p:cNvPr id="3" name="Picture 2">
            <a:extLst>
              <a:ext uri="{FF2B5EF4-FFF2-40B4-BE49-F238E27FC236}">
                <a16:creationId xmlns:a16="http://schemas.microsoft.com/office/drawing/2014/main" id="{2A9C9A2F-4BB9-4791-BC84-53CFBFF6FCEB}"/>
              </a:ext>
            </a:extLst>
          </p:cNvPr>
          <p:cNvPicPr>
            <a:picLocks noChangeAspect="1"/>
          </p:cNvPicPr>
          <p:nvPr/>
        </p:nvPicPr>
        <p:blipFill>
          <a:blip r:embed="rId3"/>
          <a:stretch>
            <a:fillRect/>
          </a:stretch>
        </p:blipFill>
        <p:spPr>
          <a:xfrm>
            <a:off x="0" y="1528476"/>
            <a:ext cx="6991513" cy="4512103"/>
          </a:xfrm>
          <a:prstGeom prst="rect">
            <a:avLst/>
          </a:prstGeom>
        </p:spPr>
      </p:pic>
      <p:pic>
        <p:nvPicPr>
          <p:cNvPr id="9" name="Picture 8">
            <a:extLst>
              <a:ext uri="{FF2B5EF4-FFF2-40B4-BE49-F238E27FC236}">
                <a16:creationId xmlns:a16="http://schemas.microsoft.com/office/drawing/2014/main" id="{FC75A210-66F5-4A86-8F05-EC7EB00EC134}"/>
              </a:ext>
            </a:extLst>
          </p:cNvPr>
          <p:cNvPicPr>
            <a:picLocks noChangeAspect="1"/>
          </p:cNvPicPr>
          <p:nvPr/>
        </p:nvPicPr>
        <p:blipFill>
          <a:blip r:embed="rId4"/>
          <a:stretch>
            <a:fillRect/>
          </a:stretch>
        </p:blipFill>
        <p:spPr>
          <a:xfrm>
            <a:off x="4353268" y="1636564"/>
            <a:ext cx="7745968" cy="2882426"/>
          </a:xfrm>
          <a:prstGeom prst="rect">
            <a:avLst/>
          </a:prstGeom>
          <a:ln>
            <a:solidFill>
              <a:schemeClr val="accent1"/>
            </a:solidFill>
          </a:ln>
        </p:spPr>
      </p:pic>
      <p:pic>
        <p:nvPicPr>
          <p:cNvPr id="11" name="Picture 10">
            <a:extLst>
              <a:ext uri="{FF2B5EF4-FFF2-40B4-BE49-F238E27FC236}">
                <a16:creationId xmlns:a16="http://schemas.microsoft.com/office/drawing/2014/main" id="{D86611AC-1F7B-405F-8D66-AB02457DB7F5}"/>
              </a:ext>
            </a:extLst>
          </p:cNvPr>
          <p:cNvPicPr>
            <a:picLocks noChangeAspect="1"/>
          </p:cNvPicPr>
          <p:nvPr/>
        </p:nvPicPr>
        <p:blipFill>
          <a:blip r:embed="rId5"/>
          <a:stretch>
            <a:fillRect/>
          </a:stretch>
        </p:blipFill>
        <p:spPr>
          <a:xfrm>
            <a:off x="7762423" y="5294928"/>
            <a:ext cx="3305361" cy="850451"/>
          </a:xfrm>
          <a:prstGeom prst="rect">
            <a:avLst/>
          </a:prstGeom>
          <a:ln w="19050">
            <a:noFill/>
          </a:ln>
        </p:spPr>
      </p:pic>
    </p:spTree>
    <p:extLst>
      <p:ext uri="{BB962C8B-B14F-4D97-AF65-F5344CB8AC3E}">
        <p14:creationId xmlns:p14="http://schemas.microsoft.com/office/powerpoint/2010/main" val="6180231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5D39F76-73CE-4174-BC34-4D5F55ED6C09}"/>
              </a:ext>
            </a:extLst>
          </p:cNvPr>
          <p:cNvSpPr>
            <a:spLocks noGrp="1"/>
          </p:cNvSpPr>
          <p:nvPr>
            <p:ph type="dt" sz="half" idx="10"/>
          </p:nvPr>
        </p:nvSpPr>
        <p:spPr/>
        <p:txBody>
          <a:bodyPr/>
          <a:lstStyle/>
          <a:p>
            <a:fld id="{5DCBE059-FAD7-45D8-8659-E6542D1E092D}" type="datetime1">
              <a:rPr lang="en-US" smtClean="0"/>
              <a:t>5/14/2024</a:t>
            </a:fld>
            <a:endParaRPr lang="en-US" dirty="0"/>
          </a:p>
        </p:txBody>
      </p:sp>
      <p:sp>
        <p:nvSpPr>
          <p:cNvPr id="5" name="Slide Number Placeholder 4">
            <a:extLst>
              <a:ext uri="{FF2B5EF4-FFF2-40B4-BE49-F238E27FC236}">
                <a16:creationId xmlns:a16="http://schemas.microsoft.com/office/drawing/2014/main" id="{75482629-7204-46A9-B9FC-6EBDDDF0150F}"/>
              </a:ext>
            </a:extLst>
          </p:cNvPr>
          <p:cNvSpPr>
            <a:spLocks noGrp="1"/>
          </p:cNvSpPr>
          <p:nvPr>
            <p:ph type="sldNum" sz="quarter" idx="12"/>
          </p:nvPr>
        </p:nvSpPr>
        <p:spPr/>
        <p:txBody>
          <a:bodyPr/>
          <a:lstStyle/>
          <a:p>
            <a:fld id="{CC0149FD-98BB-4821-915B-09C9BFE4B727}" type="slidenum">
              <a:rPr lang="en-US" smtClean="0"/>
              <a:pPr/>
              <a:t>13</a:t>
            </a:fld>
            <a:endParaRPr lang="en-US" dirty="0"/>
          </a:p>
        </p:txBody>
      </p:sp>
      <p:sp>
        <p:nvSpPr>
          <p:cNvPr id="7" name="Title 2">
            <a:extLst>
              <a:ext uri="{FF2B5EF4-FFF2-40B4-BE49-F238E27FC236}">
                <a16:creationId xmlns:a16="http://schemas.microsoft.com/office/drawing/2014/main" id="{10DFB8EF-E9FC-4EC2-B97A-4A665461E90C}"/>
              </a:ext>
            </a:extLst>
          </p:cNvPr>
          <p:cNvSpPr txBox="1">
            <a:spLocks/>
          </p:cNvSpPr>
          <p:nvPr/>
        </p:nvSpPr>
        <p:spPr bwMode="auto">
          <a:xfrm>
            <a:off x="239925" y="650148"/>
            <a:ext cx="11880953" cy="628814"/>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lvl1pPr algn="l" rtl="0" eaLnBrk="0" fontAlgn="base" hangingPunct="0">
              <a:lnSpc>
                <a:spcPct val="90000"/>
              </a:lnSpc>
              <a:spcBef>
                <a:spcPct val="0"/>
              </a:spcBef>
              <a:spcAft>
                <a:spcPct val="0"/>
              </a:spcAft>
              <a:defRPr sz="4000" b="1"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en-US" b="1" i="0" u="none" strike="noStrike" kern="1200" cap="none" spc="0" normalizeH="0" baseline="0" noProof="0">
                <a:ln>
                  <a:noFill/>
                </a:ln>
                <a:solidFill>
                  <a:sysClr val="windowText" lastClr="000000"/>
                </a:solidFill>
                <a:effectLst/>
                <a:uLnTx/>
                <a:uFillTx/>
                <a:ea typeface="+mj-ea"/>
                <a:cs typeface="+mj-cs"/>
              </a:rPr>
              <a:t>Read-only auto properties &amp; Init-Only properties   </a:t>
            </a:r>
            <a:endParaRPr kumimoji="0" lang="en-IN" altLang="en-US" b="1" i="0" u="none" strike="noStrike" kern="1200" cap="none" spc="0" normalizeH="0" baseline="0" noProof="0">
              <a:ln>
                <a:noFill/>
              </a:ln>
              <a:solidFill>
                <a:sysClr val="windowText" lastClr="000000"/>
              </a:solidFill>
              <a:effectLst/>
              <a:uLnTx/>
              <a:uFillTx/>
              <a:ea typeface="+mj-ea"/>
              <a:cs typeface="+mj-cs"/>
            </a:endParaRPr>
          </a:p>
        </p:txBody>
      </p:sp>
      <p:sp>
        <p:nvSpPr>
          <p:cNvPr id="11" name="TextBox 10">
            <a:extLst>
              <a:ext uri="{FF2B5EF4-FFF2-40B4-BE49-F238E27FC236}">
                <a16:creationId xmlns:a16="http://schemas.microsoft.com/office/drawing/2014/main" id="{322526E8-2C7E-4F57-BB7C-EA9F2847C0D9}"/>
              </a:ext>
            </a:extLst>
          </p:cNvPr>
          <p:cNvSpPr txBox="1"/>
          <p:nvPr/>
        </p:nvSpPr>
        <p:spPr>
          <a:xfrm>
            <a:off x="-65769" y="1436448"/>
            <a:ext cx="11800901" cy="800219"/>
          </a:xfrm>
          <a:prstGeom prst="rect">
            <a:avLst/>
          </a:prstGeom>
          <a:noFill/>
        </p:spPr>
        <p:txBody>
          <a:bodyPr wrap="square">
            <a:spAutoFit/>
          </a:bodyPr>
          <a:lstStyle/>
          <a:p>
            <a:pPr marL="342900" indent="-342900" algn="just">
              <a:spcBef>
                <a:spcPts val="600"/>
              </a:spcBef>
              <a:spcAft>
                <a:spcPts val="600"/>
              </a:spcAft>
              <a:buClr>
                <a:srgbClr val="973735"/>
              </a:buClr>
              <a:buSzPct val="50000"/>
              <a:buFont typeface="Wingdings" pitchFamily="2" charset="2"/>
              <a:buChar char="u"/>
              <a:defRPr/>
            </a:pPr>
            <a:r>
              <a:rPr lang="en-US" sz="2300"/>
              <a:t>When we write a property only with "get", it automatically becomes a Read Only property or we can use </a:t>
            </a:r>
            <a:r>
              <a:rPr lang="en-US" sz="2300" b="1"/>
              <a:t>Init-Only properties</a:t>
            </a:r>
            <a:r>
              <a:rPr lang="en-US" sz="2300"/>
              <a:t>  </a:t>
            </a:r>
          </a:p>
        </p:txBody>
      </p:sp>
      <p:grpSp>
        <p:nvGrpSpPr>
          <p:cNvPr id="14" name="Group 13">
            <a:extLst>
              <a:ext uri="{FF2B5EF4-FFF2-40B4-BE49-F238E27FC236}">
                <a16:creationId xmlns:a16="http://schemas.microsoft.com/office/drawing/2014/main" id="{9987775D-99C0-4A35-9530-D7482401ADA3}"/>
              </a:ext>
            </a:extLst>
          </p:cNvPr>
          <p:cNvGrpSpPr/>
          <p:nvPr/>
        </p:nvGrpSpPr>
        <p:grpSpPr>
          <a:xfrm>
            <a:off x="5834681" y="2524659"/>
            <a:ext cx="6104078" cy="3411111"/>
            <a:chOff x="6096000" y="2182917"/>
            <a:chExt cx="5918548" cy="3308116"/>
          </a:xfrm>
        </p:grpSpPr>
        <p:pic>
          <p:nvPicPr>
            <p:cNvPr id="8" name="Picture 7">
              <a:extLst>
                <a:ext uri="{FF2B5EF4-FFF2-40B4-BE49-F238E27FC236}">
                  <a16:creationId xmlns:a16="http://schemas.microsoft.com/office/drawing/2014/main" id="{48A4FD3D-60B2-4931-8F35-E1358311812C}"/>
                </a:ext>
              </a:extLst>
            </p:cNvPr>
            <p:cNvPicPr>
              <a:picLocks noChangeAspect="1"/>
            </p:cNvPicPr>
            <p:nvPr/>
          </p:nvPicPr>
          <p:blipFill>
            <a:blip r:embed="rId3"/>
            <a:stretch>
              <a:fillRect/>
            </a:stretch>
          </p:blipFill>
          <p:spPr>
            <a:xfrm>
              <a:off x="6096000" y="2182917"/>
              <a:ext cx="5918548" cy="3308116"/>
            </a:xfrm>
            <a:prstGeom prst="rect">
              <a:avLst/>
            </a:prstGeom>
          </p:spPr>
        </p:pic>
        <p:sp>
          <p:nvSpPr>
            <p:cNvPr id="10" name="Rectangle 9">
              <a:extLst>
                <a:ext uri="{FF2B5EF4-FFF2-40B4-BE49-F238E27FC236}">
                  <a16:creationId xmlns:a16="http://schemas.microsoft.com/office/drawing/2014/main" id="{BBD16167-EDFB-4EB0-BF26-E2DB3AB8228B}"/>
                </a:ext>
              </a:extLst>
            </p:cNvPr>
            <p:cNvSpPr/>
            <p:nvPr/>
          </p:nvSpPr>
          <p:spPr>
            <a:xfrm>
              <a:off x="6900087" y="2621046"/>
              <a:ext cx="4285363" cy="281641"/>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6" name="Picture 15">
            <a:extLst>
              <a:ext uri="{FF2B5EF4-FFF2-40B4-BE49-F238E27FC236}">
                <a16:creationId xmlns:a16="http://schemas.microsoft.com/office/drawing/2014/main" id="{81C93BE9-B06F-44ED-8CE9-EDF0D2A97C65}"/>
              </a:ext>
            </a:extLst>
          </p:cNvPr>
          <p:cNvPicPr>
            <a:picLocks noChangeAspect="1"/>
          </p:cNvPicPr>
          <p:nvPr/>
        </p:nvPicPr>
        <p:blipFill>
          <a:blip r:embed="rId4"/>
          <a:stretch>
            <a:fillRect/>
          </a:stretch>
        </p:blipFill>
        <p:spPr>
          <a:xfrm>
            <a:off x="10070113" y="5436811"/>
            <a:ext cx="2062605" cy="980326"/>
          </a:xfrm>
          <a:prstGeom prst="rect">
            <a:avLst/>
          </a:prstGeom>
        </p:spPr>
      </p:pic>
      <p:grpSp>
        <p:nvGrpSpPr>
          <p:cNvPr id="24" name="Group 23">
            <a:extLst>
              <a:ext uri="{FF2B5EF4-FFF2-40B4-BE49-F238E27FC236}">
                <a16:creationId xmlns:a16="http://schemas.microsoft.com/office/drawing/2014/main" id="{1B095ABF-FF1D-4B56-B84F-EBBD5F868F93}"/>
              </a:ext>
            </a:extLst>
          </p:cNvPr>
          <p:cNvGrpSpPr/>
          <p:nvPr/>
        </p:nvGrpSpPr>
        <p:grpSpPr>
          <a:xfrm>
            <a:off x="679485" y="2414040"/>
            <a:ext cx="4056020" cy="3793812"/>
            <a:chOff x="587122" y="2177293"/>
            <a:chExt cx="4056020" cy="3793812"/>
          </a:xfrm>
        </p:grpSpPr>
        <p:pic>
          <p:nvPicPr>
            <p:cNvPr id="3" name="Picture 2">
              <a:extLst>
                <a:ext uri="{FF2B5EF4-FFF2-40B4-BE49-F238E27FC236}">
                  <a16:creationId xmlns:a16="http://schemas.microsoft.com/office/drawing/2014/main" id="{99FF616A-2E74-422C-B7FA-4F1B7A9B7ABA}"/>
                </a:ext>
              </a:extLst>
            </p:cNvPr>
            <p:cNvPicPr>
              <a:picLocks noChangeAspect="1"/>
            </p:cNvPicPr>
            <p:nvPr/>
          </p:nvPicPr>
          <p:blipFill>
            <a:blip r:embed="rId5"/>
            <a:stretch>
              <a:fillRect/>
            </a:stretch>
          </p:blipFill>
          <p:spPr>
            <a:xfrm>
              <a:off x="587122" y="2177293"/>
              <a:ext cx="4056020" cy="3793812"/>
            </a:xfrm>
            <a:prstGeom prst="rect">
              <a:avLst/>
            </a:prstGeom>
          </p:spPr>
        </p:pic>
        <p:sp>
          <p:nvSpPr>
            <p:cNvPr id="23" name="Rectangle 22">
              <a:extLst>
                <a:ext uri="{FF2B5EF4-FFF2-40B4-BE49-F238E27FC236}">
                  <a16:creationId xmlns:a16="http://schemas.microsoft.com/office/drawing/2014/main" id="{3ADCA9B8-6D15-4F04-89DA-1D0E366D1DB2}"/>
                </a:ext>
              </a:extLst>
            </p:cNvPr>
            <p:cNvSpPr/>
            <p:nvPr/>
          </p:nvSpPr>
          <p:spPr>
            <a:xfrm>
              <a:off x="1060248" y="2699595"/>
              <a:ext cx="3276113" cy="290148"/>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5" name="Straight Arrow Connector 24">
            <a:extLst>
              <a:ext uri="{FF2B5EF4-FFF2-40B4-BE49-F238E27FC236}">
                <a16:creationId xmlns:a16="http://schemas.microsoft.com/office/drawing/2014/main" id="{A615C61A-89F0-418D-A543-09132991617D}"/>
              </a:ext>
            </a:extLst>
          </p:cNvPr>
          <p:cNvCxnSpPr>
            <a:cxnSpLocks/>
          </p:cNvCxnSpPr>
          <p:nvPr/>
        </p:nvCxnSpPr>
        <p:spPr>
          <a:xfrm>
            <a:off x="4468504" y="3081416"/>
            <a:ext cx="2195470"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65709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5D39F76-73CE-4174-BC34-4D5F55ED6C09}"/>
              </a:ext>
            </a:extLst>
          </p:cNvPr>
          <p:cNvSpPr>
            <a:spLocks noGrp="1"/>
          </p:cNvSpPr>
          <p:nvPr>
            <p:ph type="dt" sz="half" idx="10"/>
          </p:nvPr>
        </p:nvSpPr>
        <p:spPr/>
        <p:txBody>
          <a:bodyPr/>
          <a:lstStyle/>
          <a:p>
            <a:fld id="{5DCBE059-FAD7-45D8-8659-E6542D1E092D}" type="datetime1">
              <a:rPr lang="en-US" smtClean="0"/>
              <a:t>5/14/2024</a:t>
            </a:fld>
            <a:endParaRPr lang="en-US" dirty="0"/>
          </a:p>
        </p:txBody>
      </p:sp>
      <p:sp>
        <p:nvSpPr>
          <p:cNvPr id="5" name="Slide Number Placeholder 4">
            <a:extLst>
              <a:ext uri="{FF2B5EF4-FFF2-40B4-BE49-F238E27FC236}">
                <a16:creationId xmlns:a16="http://schemas.microsoft.com/office/drawing/2014/main" id="{75482629-7204-46A9-B9FC-6EBDDDF0150F}"/>
              </a:ext>
            </a:extLst>
          </p:cNvPr>
          <p:cNvSpPr>
            <a:spLocks noGrp="1"/>
          </p:cNvSpPr>
          <p:nvPr>
            <p:ph type="sldNum" sz="quarter" idx="12"/>
          </p:nvPr>
        </p:nvSpPr>
        <p:spPr/>
        <p:txBody>
          <a:bodyPr/>
          <a:lstStyle/>
          <a:p>
            <a:fld id="{CC0149FD-98BB-4821-915B-09C9BFE4B727}" type="slidenum">
              <a:rPr lang="en-US" smtClean="0"/>
              <a:pPr/>
              <a:t>14</a:t>
            </a:fld>
            <a:endParaRPr lang="en-US" dirty="0"/>
          </a:p>
        </p:txBody>
      </p:sp>
      <p:sp>
        <p:nvSpPr>
          <p:cNvPr id="7" name="Title 2">
            <a:extLst>
              <a:ext uri="{FF2B5EF4-FFF2-40B4-BE49-F238E27FC236}">
                <a16:creationId xmlns:a16="http://schemas.microsoft.com/office/drawing/2014/main" id="{BB7F0651-2519-45AB-A07F-1E319F7FAD35}"/>
              </a:ext>
            </a:extLst>
          </p:cNvPr>
          <p:cNvSpPr txBox="1">
            <a:spLocks/>
          </p:cNvSpPr>
          <p:nvPr/>
        </p:nvSpPr>
        <p:spPr bwMode="auto">
          <a:xfrm>
            <a:off x="257504" y="716509"/>
            <a:ext cx="5502166" cy="628814"/>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lvl1pPr algn="l" rtl="0" eaLnBrk="0" fontAlgn="base" hangingPunct="0">
              <a:lnSpc>
                <a:spcPct val="90000"/>
              </a:lnSpc>
              <a:spcBef>
                <a:spcPct val="0"/>
              </a:spcBef>
              <a:spcAft>
                <a:spcPct val="0"/>
              </a:spcAft>
              <a:defRPr sz="4000" b="1"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en-US" b="1" i="0" u="none" strike="noStrike" kern="1200" cap="none" spc="0" normalizeH="0" baseline="0" noProof="0">
                <a:ln>
                  <a:noFill/>
                </a:ln>
                <a:solidFill>
                  <a:sysClr val="windowText" lastClr="000000"/>
                </a:solidFill>
                <a:effectLst/>
                <a:uLnTx/>
                <a:uFillTx/>
                <a:ea typeface="+mj-ea"/>
                <a:cs typeface="+mj-cs"/>
              </a:rPr>
              <a:t>OOP-Inheritance</a:t>
            </a:r>
            <a:endParaRPr kumimoji="0" lang="en-IN" altLang="en-US" b="1" i="0" u="none" strike="noStrike" kern="1200" cap="none" spc="0" normalizeH="0" baseline="0" noProof="0">
              <a:ln>
                <a:noFill/>
              </a:ln>
              <a:solidFill>
                <a:sysClr val="windowText" lastClr="000000"/>
              </a:solidFill>
              <a:effectLst/>
              <a:uLnTx/>
              <a:uFillTx/>
              <a:ea typeface="+mj-ea"/>
              <a:cs typeface="+mj-cs"/>
            </a:endParaRPr>
          </a:p>
        </p:txBody>
      </p:sp>
      <p:sp>
        <p:nvSpPr>
          <p:cNvPr id="8" name="TextBox 7">
            <a:extLst>
              <a:ext uri="{FF2B5EF4-FFF2-40B4-BE49-F238E27FC236}">
                <a16:creationId xmlns:a16="http://schemas.microsoft.com/office/drawing/2014/main" id="{9DC3D734-BEC3-4CD1-89A3-FFCC3F1CC933}"/>
              </a:ext>
            </a:extLst>
          </p:cNvPr>
          <p:cNvSpPr txBox="1"/>
          <p:nvPr/>
        </p:nvSpPr>
        <p:spPr>
          <a:xfrm>
            <a:off x="-33756" y="1373031"/>
            <a:ext cx="12124156" cy="2677656"/>
          </a:xfrm>
          <a:prstGeom prst="rect">
            <a:avLst/>
          </a:prstGeom>
          <a:noFill/>
        </p:spPr>
        <p:txBody>
          <a:bodyPr wrap="square">
            <a:spAutoFit/>
          </a:bodyPr>
          <a:lstStyle/>
          <a:p>
            <a:pPr marL="342900" indent="-342900" algn="just">
              <a:spcBef>
                <a:spcPts val="300"/>
              </a:spcBef>
              <a:spcAft>
                <a:spcPts val="300"/>
              </a:spcAft>
              <a:buClr>
                <a:srgbClr val="973735"/>
              </a:buClr>
              <a:buSzPct val="50000"/>
              <a:buFont typeface="Wingdings" pitchFamily="2" charset="2"/>
              <a:buChar char="u"/>
              <a:defRPr/>
            </a:pPr>
            <a:r>
              <a:rPr lang="en-US" sz="2600"/>
              <a:t>Inheritance is a mechanism through which a class can inherit the properties and functionalities of another class </a:t>
            </a:r>
          </a:p>
          <a:p>
            <a:pPr marL="342900" indent="-342900" algn="just">
              <a:spcBef>
                <a:spcPts val="300"/>
              </a:spcBef>
              <a:spcAft>
                <a:spcPts val="300"/>
              </a:spcAft>
              <a:buClr>
                <a:srgbClr val="973735"/>
              </a:buClr>
              <a:buSzPct val="50000"/>
              <a:buFont typeface="Wingdings" pitchFamily="2" charset="2"/>
              <a:buChar char="u"/>
              <a:defRPr/>
            </a:pPr>
            <a:r>
              <a:rPr lang="en-US" sz="2600"/>
              <a:t>Other classes can inherit these functionalities and data of the parent class as well as extending or modifying them and adding additional functionalities and properties.</a:t>
            </a:r>
          </a:p>
          <a:p>
            <a:pPr marL="342900" indent="-342900" algn="just">
              <a:spcBef>
                <a:spcPts val="300"/>
              </a:spcBef>
              <a:spcAft>
                <a:spcPts val="300"/>
              </a:spcAft>
              <a:buClr>
                <a:srgbClr val="973735"/>
              </a:buClr>
              <a:buSzPct val="50000"/>
              <a:buFont typeface="Wingdings" pitchFamily="2" charset="2"/>
              <a:buChar char="u"/>
              <a:defRPr/>
            </a:pPr>
            <a:r>
              <a:rPr lang="en-US" sz="2600"/>
              <a:t>There are three types of inheritance supported in C#:</a:t>
            </a:r>
          </a:p>
        </p:txBody>
      </p:sp>
      <p:pic>
        <p:nvPicPr>
          <p:cNvPr id="9" name="Picture 8">
            <a:extLst>
              <a:ext uri="{FF2B5EF4-FFF2-40B4-BE49-F238E27FC236}">
                <a16:creationId xmlns:a16="http://schemas.microsoft.com/office/drawing/2014/main" id="{F6CBB4AB-2EB1-4DC5-883E-C1288B0FE5EF}"/>
              </a:ext>
            </a:extLst>
          </p:cNvPr>
          <p:cNvPicPr>
            <a:picLocks noChangeAspect="1"/>
          </p:cNvPicPr>
          <p:nvPr/>
        </p:nvPicPr>
        <p:blipFill>
          <a:blip r:embed="rId2"/>
          <a:stretch>
            <a:fillRect/>
          </a:stretch>
        </p:blipFill>
        <p:spPr>
          <a:xfrm>
            <a:off x="2392266" y="4065019"/>
            <a:ext cx="7665394" cy="2343307"/>
          </a:xfrm>
          <a:prstGeom prst="rect">
            <a:avLst/>
          </a:prstGeom>
        </p:spPr>
      </p:pic>
    </p:spTree>
    <p:extLst>
      <p:ext uri="{BB962C8B-B14F-4D97-AF65-F5344CB8AC3E}">
        <p14:creationId xmlns:p14="http://schemas.microsoft.com/office/powerpoint/2010/main" val="35102831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5D39F76-73CE-4174-BC34-4D5F55ED6C09}"/>
              </a:ext>
            </a:extLst>
          </p:cNvPr>
          <p:cNvSpPr>
            <a:spLocks noGrp="1"/>
          </p:cNvSpPr>
          <p:nvPr>
            <p:ph type="dt" sz="half" idx="10"/>
          </p:nvPr>
        </p:nvSpPr>
        <p:spPr/>
        <p:txBody>
          <a:bodyPr/>
          <a:lstStyle/>
          <a:p>
            <a:fld id="{5DCBE059-FAD7-45D8-8659-E6542D1E092D}" type="datetime1">
              <a:rPr lang="en-US" smtClean="0"/>
              <a:t>5/14/2024</a:t>
            </a:fld>
            <a:endParaRPr lang="en-US" dirty="0"/>
          </a:p>
        </p:txBody>
      </p:sp>
      <p:sp>
        <p:nvSpPr>
          <p:cNvPr id="5" name="Slide Number Placeholder 4">
            <a:extLst>
              <a:ext uri="{FF2B5EF4-FFF2-40B4-BE49-F238E27FC236}">
                <a16:creationId xmlns:a16="http://schemas.microsoft.com/office/drawing/2014/main" id="{75482629-7204-46A9-B9FC-6EBDDDF0150F}"/>
              </a:ext>
            </a:extLst>
          </p:cNvPr>
          <p:cNvSpPr>
            <a:spLocks noGrp="1"/>
          </p:cNvSpPr>
          <p:nvPr>
            <p:ph type="sldNum" sz="quarter" idx="12"/>
          </p:nvPr>
        </p:nvSpPr>
        <p:spPr/>
        <p:txBody>
          <a:bodyPr/>
          <a:lstStyle/>
          <a:p>
            <a:fld id="{CC0149FD-98BB-4821-915B-09C9BFE4B727}" type="slidenum">
              <a:rPr lang="en-US" smtClean="0"/>
              <a:pPr/>
              <a:t>15</a:t>
            </a:fld>
            <a:endParaRPr lang="en-US" dirty="0"/>
          </a:p>
        </p:txBody>
      </p:sp>
      <p:sp>
        <p:nvSpPr>
          <p:cNvPr id="7" name="Title 2">
            <a:extLst>
              <a:ext uri="{FF2B5EF4-FFF2-40B4-BE49-F238E27FC236}">
                <a16:creationId xmlns:a16="http://schemas.microsoft.com/office/drawing/2014/main" id="{10DFB8EF-E9FC-4EC2-B97A-4A665461E90C}"/>
              </a:ext>
            </a:extLst>
          </p:cNvPr>
          <p:cNvSpPr txBox="1">
            <a:spLocks/>
          </p:cNvSpPr>
          <p:nvPr/>
        </p:nvSpPr>
        <p:spPr bwMode="auto">
          <a:xfrm>
            <a:off x="257504" y="716509"/>
            <a:ext cx="5502166" cy="628814"/>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lvl1pPr algn="l" rtl="0" eaLnBrk="0" fontAlgn="base" hangingPunct="0">
              <a:lnSpc>
                <a:spcPct val="90000"/>
              </a:lnSpc>
              <a:spcBef>
                <a:spcPct val="0"/>
              </a:spcBef>
              <a:spcAft>
                <a:spcPct val="0"/>
              </a:spcAft>
              <a:defRPr sz="4000" b="1"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en-US" b="1" i="0" u="none" strike="noStrike" kern="1200" cap="none" spc="0" normalizeH="0" baseline="0" noProof="0">
                <a:ln>
                  <a:noFill/>
                </a:ln>
                <a:solidFill>
                  <a:sysClr val="windowText" lastClr="000000"/>
                </a:solidFill>
                <a:effectLst/>
                <a:uLnTx/>
                <a:uFillTx/>
                <a:ea typeface="+mj-ea"/>
                <a:cs typeface="+mj-cs"/>
              </a:rPr>
              <a:t>OOP-Inheritance</a:t>
            </a:r>
            <a:endParaRPr kumimoji="0" lang="en-IN" altLang="en-US" b="1" i="0" u="none" strike="noStrike" kern="1200" cap="none" spc="0" normalizeH="0" baseline="0" noProof="0">
              <a:ln>
                <a:noFill/>
              </a:ln>
              <a:solidFill>
                <a:sysClr val="windowText" lastClr="000000"/>
              </a:solidFill>
              <a:effectLst/>
              <a:uLnTx/>
              <a:uFillTx/>
              <a:ea typeface="+mj-ea"/>
              <a:cs typeface="+mj-cs"/>
            </a:endParaRPr>
          </a:p>
        </p:txBody>
      </p:sp>
      <p:pic>
        <p:nvPicPr>
          <p:cNvPr id="3" name="Picture 2">
            <a:extLst>
              <a:ext uri="{FF2B5EF4-FFF2-40B4-BE49-F238E27FC236}">
                <a16:creationId xmlns:a16="http://schemas.microsoft.com/office/drawing/2014/main" id="{3343E900-11F9-4E3A-B9CF-F69B200C2DF7}"/>
              </a:ext>
            </a:extLst>
          </p:cNvPr>
          <p:cNvPicPr>
            <a:picLocks noChangeAspect="1"/>
          </p:cNvPicPr>
          <p:nvPr/>
        </p:nvPicPr>
        <p:blipFill>
          <a:blip r:embed="rId3"/>
          <a:stretch>
            <a:fillRect/>
          </a:stretch>
        </p:blipFill>
        <p:spPr>
          <a:xfrm>
            <a:off x="257504" y="1327455"/>
            <a:ext cx="4118365" cy="4378914"/>
          </a:xfrm>
          <a:prstGeom prst="rect">
            <a:avLst/>
          </a:prstGeom>
        </p:spPr>
      </p:pic>
      <p:pic>
        <p:nvPicPr>
          <p:cNvPr id="9" name="Picture 8">
            <a:extLst>
              <a:ext uri="{FF2B5EF4-FFF2-40B4-BE49-F238E27FC236}">
                <a16:creationId xmlns:a16="http://schemas.microsoft.com/office/drawing/2014/main" id="{235155F8-0470-4891-A921-4A5F74694573}"/>
              </a:ext>
            </a:extLst>
          </p:cNvPr>
          <p:cNvPicPr>
            <a:picLocks noChangeAspect="1"/>
          </p:cNvPicPr>
          <p:nvPr/>
        </p:nvPicPr>
        <p:blipFill>
          <a:blip r:embed="rId4"/>
          <a:stretch>
            <a:fillRect/>
          </a:stretch>
        </p:blipFill>
        <p:spPr>
          <a:xfrm>
            <a:off x="4845302" y="1345323"/>
            <a:ext cx="6600465" cy="3086141"/>
          </a:xfrm>
          <a:prstGeom prst="rect">
            <a:avLst/>
          </a:prstGeom>
        </p:spPr>
      </p:pic>
      <p:pic>
        <p:nvPicPr>
          <p:cNvPr id="11" name="Picture 10">
            <a:extLst>
              <a:ext uri="{FF2B5EF4-FFF2-40B4-BE49-F238E27FC236}">
                <a16:creationId xmlns:a16="http://schemas.microsoft.com/office/drawing/2014/main" id="{D2C93DCF-35AB-49A0-96CC-30D7C618E85B}"/>
              </a:ext>
            </a:extLst>
          </p:cNvPr>
          <p:cNvPicPr>
            <a:picLocks noChangeAspect="1"/>
          </p:cNvPicPr>
          <p:nvPr/>
        </p:nvPicPr>
        <p:blipFill>
          <a:blip r:embed="rId5"/>
          <a:stretch>
            <a:fillRect/>
          </a:stretch>
        </p:blipFill>
        <p:spPr>
          <a:xfrm>
            <a:off x="4761217" y="4595536"/>
            <a:ext cx="6296545" cy="1545955"/>
          </a:xfrm>
          <a:prstGeom prst="rect">
            <a:avLst/>
          </a:prstGeom>
        </p:spPr>
      </p:pic>
      <p:pic>
        <p:nvPicPr>
          <p:cNvPr id="13" name="Picture 12">
            <a:extLst>
              <a:ext uri="{FF2B5EF4-FFF2-40B4-BE49-F238E27FC236}">
                <a16:creationId xmlns:a16="http://schemas.microsoft.com/office/drawing/2014/main" id="{7AAA9429-F3E1-4441-AD01-57B37E0E86DE}"/>
              </a:ext>
            </a:extLst>
          </p:cNvPr>
          <p:cNvPicPr>
            <a:picLocks noChangeAspect="1"/>
          </p:cNvPicPr>
          <p:nvPr/>
        </p:nvPicPr>
        <p:blipFill>
          <a:blip r:embed="rId6"/>
          <a:stretch>
            <a:fillRect/>
          </a:stretch>
        </p:blipFill>
        <p:spPr>
          <a:xfrm>
            <a:off x="7805137" y="5835642"/>
            <a:ext cx="4334313" cy="611697"/>
          </a:xfrm>
          <a:prstGeom prst="rect">
            <a:avLst/>
          </a:prstGeom>
        </p:spPr>
      </p:pic>
    </p:spTree>
    <p:extLst>
      <p:ext uri="{BB962C8B-B14F-4D97-AF65-F5344CB8AC3E}">
        <p14:creationId xmlns:p14="http://schemas.microsoft.com/office/powerpoint/2010/main" val="32708339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5D39F76-73CE-4174-BC34-4D5F55ED6C09}"/>
              </a:ext>
            </a:extLst>
          </p:cNvPr>
          <p:cNvSpPr>
            <a:spLocks noGrp="1"/>
          </p:cNvSpPr>
          <p:nvPr>
            <p:ph type="dt" sz="half" idx="10"/>
          </p:nvPr>
        </p:nvSpPr>
        <p:spPr/>
        <p:txBody>
          <a:bodyPr/>
          <a:lstStyle/>
          <a:p>
            <a:fld id="{5DCBE059-FAD7-45D8-8659-E6542D1E092D}" type="datetime1">
              <a:rPr lang="en-US" smtClean="0"/>
              <a:t>5/14/2024</a:t>
            </a:fld>
            <a:endParaRPr lang="en-US" dirty="0"/>
          </a:p>
        </p:txBody>
      </p:sp>
      <p:sp>
        <p:nvSpPr>
          <p:cNvPr id="5" name="Slide Number Placeholder 4">
            <a:extLst>
              <a:ext uri="{FF2B5EF4-FFF2-40B4-BE49-F238E27FC236}">
                <a16:creationId xmlns:a16="http://schemas.microsoft.com/office/drawing/2014/main" id="{75482629-7204-46A9-B9FC-6EBDDDF0150F}"/>
              </a:ext>
            </a:extLst>
          </p:cNvPr>
          <p:cNvSpPr>
            <a:spLocks noGrp="1"/>
          </p:cNvSpPr>
          <p:nvPr>
            <p:ph type="sldNum" sz="quarter" idx="12"/>
          </p:nvPr>
        </p:nvSpPr>
        <p:spPr/>
        <p:txBody>
          <a:bodyPr/>
          <a:lstStyle/>
          <a:p>
            <a:fld id="{CC0149FD-98BB-4821-915B-09C9BFE4B727}" type="slidenum">
              <a:rPr lang="en-US" smtClean="0"/>
              <a:pPr/>
              <a:t>16</a:t>
            </a:fld>
            <a:endParaRPr lang="en-US" dirty="0"/>
          </a:p>
        </p:txBody>
      </p:sp>
      <p:sp>
        <p:nvSpPr>
          <p:cNvPr id="7" name="Title 2">
            <a:extLst>
              <a:ext uri="{FF2B5EF4-FFF2-40B4-BE49-F238E27FC236}">
                <a16:creationId xmlns:a16="http://schemas.microsoft.com/office/drawing/2014/main" id="{A03B3BFC-FAF6-4641-B1D1-8C381FAEEE2B}"/>
              </a:ext>
            </a:extLst>
          </p:cNvPr>
          <p:cNvSpPr txBox="1">
            <a:spLocks/>
          </p:cNvSpPr>
          <p:nvPr/>
        </p:nvSpPr>
        <p:spPr bwMode="auto">
          <a:xfrm>
            <a:off x="257503" y="716509"/>
            <a:ext cx="7667297" cy="628814"/>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lvl1pPr algn="l" rtl="0" eaLnBrk="0" fontAlgn="base" hangingPunct="0">
              <a:lnSpc>
                <a:spcPct val="90000"/>
              </a:lnSpc>
              <a:spcBef>
                <a:spcPct val="0"/>
              </a:spcBef>
              <a:spcAft>
                <a:spcPct val="0"/>
              </a:spcAft>
              <a:defRPr sz="4000" b="1"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en-US" b="1" i="0" u="none" strike="noStrike" kern="1200" cap="none" spc="0" normalizeH="0" baseline="0" noProof="0">
                <a:ln>
                  <a:noFill/>
                </a:ln>
                <a:solidFill>
                  <a:sysClr val="windowText" lastClr="000000"/>
                </a:solidFill>
                <a:effectLst/>
                <a:uLnTx/>
                <a:uFillTx/>
                <a:ea typeface="+mj-ea"/>
                <a:cs typeface="+mj-cs"/>
              </a:rPr>
              <a:t>OOP-Polymorphism</a:t>
            </a:r>
            <a:endParaRPr kumimoji="0" lang="en-IN" altLang="en-US" b="1" i="0" u="none" strike="noStrike" kern="1200" cap="none" spc="0" normalizeH="0" baseline="0" noProof="0">
              <a:ln>
                <a:noFill/>
              </a:ln>
              <a:solidFill>
                <a:sysClr val="windowText" lastClr="000000"/>
              </a:solidFill>
              <a:effectLst/>
              <a:uLnTx/>
              <a:uFillTx/>
              <a:ea typeface="+mj-ea"/>
              <a:cs typeface="+mj-cs"/>
            </a:endParaRPr>
          </a:p>
        </p:txBody>
      </p:sp>
      <p:sp>
        <p:nvSpPr>
          <p:cNvPr id="10" name="Content Placeholder 2">
            <a:extLst>
              <a:ext uri="{FF2B5EF4-FFF2-40B4-BE49-F238E27FC236}">
                <a16:creationId xmlns:a16="http://schemas.microsoft.com/office/drawing/2014/main" id="{DF121480-BF67-4C27-B4AB-4307858E5D75}"/>
              </a:ext>
            </a:extLst>
          </p:cNvPr>
          <p:cNvSpPr>
            <a:spLocks noGrp="1"/>
          </p:cNvSpPr>
          <p:nvPr>
            <p:ph idx="1"/>
          </p:nvPr>
        </p:nvSpPr>
        <p:spPr>
          <a:xfrm>
            <a:off x="-38063" y="1527713"/>
            <a:ext cx="12165406" cy="903891"/>
          </a:xfrm>
        </p:spPr>
        <p:txBody>
          <a:bodyPr>
            <a:normAutofit/>
          </a:bodyPr>
          <a:lstStyle/>
          <a:p>
            <a:pPr marL="342900" indent="-342900" algn="just">
              <a:spcBef>
                <a:spcPts val="300"/>
              </a:spcBef>
              <a:spcAft>
                <a:spcPts val="300"/>
              </a:spcAft>
              <a:buClr>
                <a:srgbClr val="973735"/>
              </a:buClr>
              <a:buSzPct val="50000"/>
              <a:buFont typeface="Wingdings" pitchFamily="2" charset="2"/>
              <a:buChar char="u"/>
              <a:defRPr/>
            </a:pPr>
            <a:r>
              <a:rPr lang="en-US" sz="2600" dirty="0"/>
              <a:t>Ability allows many versions of a method</a:t>
            </a:r>
            <a:r>
              <a:rPr lang="en-US" sz="2600" dirty="0">
                <a:sym typeface="Wingdings" pitchFamily="2" charset="2"/>
              </a:rPr>
              <a:t> based on overloading and overriding </a:t>
            </a:r>
            <a:r>
              <a:rPr lang="en-US" sz="2600">
                <a:sym typeface="Wingdings" pitchFamily="2" charset="2"/>
              </a:rPr>
              <a:t>methods techniques</a:t>
            </a:r>
            <a:endParaRPr lang="en-US" sz="2400" dirty="0">
              <a:latin typeface="Calibri" pitchFamily="34" charset="0"/>
            </a:endParaRPr>
          </a:p>
        </p:txBody>
      </p:sp>
      <p:pic>
        <p:nvPicPr>
          <p:cNvPr id="3" name="Picture 2">
            <a:extLst>
              <a:ext uri="{FF2B5EF4-FFF2-40B4-BE49-F238E27FC236}">
                <a16:creationId xmlns:a16="http://schemas.microsoft.com/office/drawing/2014/main" id="{5A8D66E5-F7C2-4AEC-BE88-98BBF3E0293A}"/>
              </a:ext>
            </a:extLst>
          </p:cNvPr>
          <p:cNvPicPr>
            <a:picLocks noChangeAspect="1"/>
          </p:cNvPicPr>
          <p:nvPr/>
        </p:nvPicPr>
        <p:blipFill>
          <a:blip r:embed="rId2"/>
          <a:stretch>
            <a:fillRect/>
          </a:stretch>
        </p:blipFill>
        <p:spPr>
          <a:xfrm>
            <a:off x="2287640" y="2535487"/>
            <a:ext cx="7276477" cy="3792863"/>
          </a:xfrm>
          <a:prstGeom prst="rect">
            <a:avLst/>
          </a:prstGeom>
        </p:spPr>
      </p:pic>
    </p:spTree>
    <p:extLst>
      <p:ext uri="{BB962C8B-B14F-4D97-AF65-F5344CB8AC3E}">
        <p14:creationId xmlns:p14="http://schemas.microsoft.com/office/powerpoint/2010/main" val="18572075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5D39F76-73CE-4174-BC34-4D5F55ED6C09}"/>
              </a:ext>
            </a:extLst>
          </p:cNvPr>
          <p:cNvSpPr>
            <a:spLocks noGrp="1"/>
          </p:cNvSpPr>
          <p:nvPr>
            <p:ph type="dt" sz="half" idx="10"/>
          </p:nvPr>
        </p:nvSpPr>
        <p:spPr/>
        <p:txBody>
          <a:bodyPr/>
          <a:lstStyle/>
          <a:p>
            <a:fld id="{5DCBE059-FAD7-45D8-8659-E6542D1E092D}" type="datetime1">
              <a:rPr lang="en-US" smtClean="0"/>
              <a:t>5/14/2024</a:t>
            </a:fld>
            <a:endParaRPr lang="en-US" dirty="0"/>
          </a:p>
        </p:txBody>
      </p:sp>
      <p:sp>
        <p:nvSpPr>
          <p:cNvPr id="5" name="Slide Number Placeholder 4">
            <a:extLst>
              <a:ext uri="{FF2B5EF4-FFF2-40B4-BE49-F238E27FC236}">
                <a16:creationId xmlns:a16="http://schemas.microsoft.com/office/drawing/2014/main" id="{75482629-7204-46A9-B9FC-6EBDDDF0150F}"/>
              </a:ext>
            </a:extLst>
          </p:cNvPr>
          <p:cNvSpPr>
            <a:spLocks noGrp="1"/>
          </p:cNvSpPr>
          <p:nvPr>
            <p:ph type="sldNum" sz="quarter" idx="12"/>
          </p:nvPr>
        </p:nvSpPr>
        <p:spPr/>
        <p:txBody>
          <a:bodyPr/>
          <a:lstStyle/>
          <a:p>
            <a:fld id="{CC0149FD-98BB-4821-915B-09C9BFE4B727}" type="slidenum">
              <a:rPr lang="en-US" smtClean="0"/>
              <a:pPr/>
              <a:t>17</a:t>
            </a:fld>
            <a:endParaRPr lang="en-US" dirty="0"/>
          </a:p>
        </p:txBody>
      </p:sp>
      <p:grpSp>
        <p:nvGrpSpPr>
          <p:cNvPr id="19" name="Group 18">
            <a:extLst>
              <a:ext uri="{FF2B5EF4-FFF2-40B4-BE49-F238E27FC236}">
                <a16:creationId xmlns:a16="http://schemas.microsoft.com/office/drawing/2014/main" id="{870A9670-5B66-412B-A2A3-21C9C47DA1C7}"/>
              </a:ext>
            </a:extLst>
          </p:cNvPr>
          <p:cNvGrpSpPr/>
          <p:nvPr/>
        </p:nvGrpSpPr>
        <p:grpSpPr>
          <a:xfrm>
            <a:off x="194443" y="721094"/>
            <a:ext cx="11997557" cy="5692764"/>
            <a:chOff x="194443" y="721094"/>
            <a:chExt cx="11997557" cy="5692764"/>
          </a:xfrm>
        </p:grpSpPr>
        <p:pic>
          <p:nvPicPr>
            <p:cNvPr id="3" name="Picture 2">
              <a:extLst>
                <a:ext uri="{FF2B5EF4-FFF2-40B4-BE49-F238E27FC236}">
                  <a16:creationId xmlns:a16="http://schemas.microsoft.com/office/drawing/2014/main" id="{47C21182-E8A6-40B7-9939-8E3FD06F6FDB}"/>
                </a:ext>
              </a:extLst>
            </p:cNvPr>
            <p:cNvPicPr>
              <a:picLocks noChangeAspect="1"/>
            </p:cNvPicPr>
            <p:nvPr/>
          </p:nvPicPr>
          <p:blipFill>
            <a:blip r:embed="rId3"/>
            <a:stretch>
              <a:fillRect/>
            </a:stretch>
          </p:blipFill>
          <p:spPr>
            <a:xfrm>
              <a:off x="194443" y="721094"/>
              <a:ext cx="6689834" cy="5063950"/>
            </a:xfrm>
            <a:prstGeom prst="rect">
              <a:avLst/>
            </a:prstGeom>
          </p:spPr>
        </p:pic>
        <p:pic>
          <p:nvPicPr>
            <p:cNvPr id="9" name="Picture 8">
              <a:extLst>
                <a:ext uri="{FF2B5EF4-FFF2-40B4-BE49-F238E27FC236}">
                  <a16:creationId xmlns:a16="http://schemas.microsoft.com/office/drawing/2014/main" id="{524B9480-340B-4BD6-B732-5F86D0404E7E}"/>
                </a:ext>
              </a:extLst>
            </p:cNvPr>
            <p:cNvPicPr>
              <a:picLocks noChangeAspect="1"/>
            </p:cNvPicPr>
            <p:nvPr/>
          </p:nvPicPr>
          <p:blipFill>
            <a:blip r:embed="rId4"/>
            <a:stretch>
              <a:fillRect/>
            </a:stretch>
          </p:blipFill>
          <p:spPr>
            <a:xfrm>
              <a:off x="7733914" y="721094"/>
              <a:ext cx="4458086" cy="5227773"/>
            </a:xfrm>
            <a:prstGeom prst="rect">
              <a:avLst/>
            </a:prstGeom>
          </p:spPr>
        </p:pic>
        <p:pic>
          <p:nvPicPr>
            <p:cNvPr id="11" name="Picture 10">
              <a:extLst>
                <a:ext uri="{FF2B5EF4-FFF2-40B4-BE49-F238E27FC236}">
                  <a16:creationId xmlns:a16="http://schemas.microsoft.com/office/drawing/2014/main" id="{F41D4CCC-6B04-47AC-AE30-E8C138030AAF}"/>
                </a:ext>
              </a:extLst>
            </p:cNvPr>
            <p:cNvPicPr>
              <a:picLocks noChangeAspect="1"/>
            </p:cNvPicPr>
            <p:nvPr/>
          </p:nvPicPr>
          <p:blipFill>
            <a:blip r:embed="rId5"/>
            <a:stretch>
              <a:fillRect/>
            </a:stretch>
          </p:blipFill>
          <p:spPr>
            <a:xfrm>
              <a:off x="4458087" y="5301759"/>
              <a:ext cx="3001403" cy="1112099"/>
            </a:xfrm>
            <a:prstGeom prst="rect">
              <a:avLst/>
            </a:prstGeom>
            <a:ln>
              <a:solidFill>
                <a:schemeClr val="accent1"/>
              </a:solidFill>
            </a:ln>
          </p:spPr>
        </p:pic>
        <p:sp>
          <p:nvSpPr>
            <p:cNvPr id="12" name="Rectangle 11">
              <a:extLst>
                <a:ext uri="{FF2B5EF4-FFF2-40B4-BE49-F238E27FC236}">
                  <a16:creationId xmlns:a16="http://schemas.microsoft.com/office/drawing/2014/main" id="{8FF904E3-8C93-43E9-B4AF-CA86832A0F5B}"/>
                </a:ext>
              </a:extLst>
            </p:cNvPr>
            <p:cNvSpPr/>
            <p:nvPr/>
          </p:nvSpPr>
          <p:spPr>
            <a:xfrm>
              <a:off x="3891085" y="759899"/>
              <a:ext cx="3792535" cy="6288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500" b="1" u="sng" dirty="0">
                  <a:solidFill>
                    <a:srgbClr val="FFFF00"/>
                  </a:solidFill>
                  <a:latin typeface="+mj-lt"/>
                </a:rPr>
                <a:t>virtual</a:t>
              </a:r>
              <a:r>
                <a:rPr lang="en-US" sz="1500" dirty="0">
                  <a:latin typeface="+mj-lt"/>
                </a:rPr>
                <a:t> :  provide a default implementation. Can be overridden if necessary</a:t>
              </a:r>
            </a:p>
          </p:txBody>
        </p:sp>
        <p:sp>
          <p:nvSpPr>
            <p:cNvPr id="13" name="Rectangle 12">
              <a:extLst>
                <a:ext uri="{FF2B5EF4-FFF2-40B4-BE49-F238E27FC236}">
                  <a16:creationId xmlns:a16="http://schemas.microsoft.com/office/drawing/2014/main" id="{029E14BB-FDEA-49B4-9815-227DD8F3F018}"/>
                </a:ext>
              </a:extLst>
            </p:cNvPr>
            <p:cNvSpPr/>
            <p:nvPr/>
          </p:nvSpPr>
          <p:spPr>
            <a:xfrm>
              <a:off x="3916232" y="3334980"/>
              <a:ext cx="3792535" cy="628814"/>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500" b="1" u="sng" dirty="0">
                  <a:solidFill>
                    <a:srgbClr val="FFFF00"/>
                  </a:solidFill>
                  <a:latin typeface="+mj-lt"/>
                </a:rPr>
                <a:t>abstract</a:t>
              </a:r>
              <a:r>
                <a:rPr lang="en-US" sz="1500" dirty="0">
                  <a:solidFill>
                    <a:srgbClr val="FFFF00"/>
                  </a:solidFill>
                  <a:latin typeface="+mj-lt"/>
                </a:rPr>
                <a:t>:  </a:t>
              </a:r>
              <a:r>
                <a:rPr lang="en-US" sz="1500" dirty="0">
                  <a:solidFill>
                    <a:schemeClr val="bg1"/>
                  </a:solidFill>
                  <a:latin typeface="+mj-lt"/>
                </a:rPr>
                <a:t>sub-classes MUST override</a:t>
              </a:r>
            </a:p>
          </p:txBody>
        </p:sp>
        <p:sp>
          <p:nvSpPr>
            <p:cNvPr id="14" name="Rectangle 13">
              <a:extLst>
                <a:ext uri="{FF2B5EF4-FFF2-40B4-BE49-F238E27FC236}">
                  <a16:creationId xmlns:a16="http://schemas.microsoft.com/office/drawing/2014/main" id="{B23B3086-175C-4686-83BA-E301DE9C683C}"/>
                </a:ext>
              </a:extLst>
            </p:cNvPr>
            <p:cNvSpPr/>
            <p:nvPr/>
          </p:nvSpPr>
          <p:spPr>
            <a:xfrm>
              <a:off x="1297767" y="1589689"/>
              <a:ext cx="783281" cy="260132"/>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BCC73AA-77F2-45CC-8383-54DAA913D144}"/>
                </a:ext>
              </a:extLst>
            </p:cNvPr>
            <p:cNvSpPr/>
            <p:nvPr/>
          </p:nvSpPr>
          <p:spPr>
            <a:xfrm>
              <a:off x="1272056" y="3204914"/>
              <a:ext cx="935116" cy="260132"/>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3D19338-7105-4805-AEBC-AC1419E7A6A9}"/>
                </a:ext>
              </a:extLst>
            </p:cNvPr>
            <p:cNvSpPr/>
            <p:nvPr/>
          </p:nvSpPr>
          <p:spPr>
            <a:xfrm>
              <a:off x="593574" y="4139681"/>
              <a:ext cx="4262205" cy="680458"/>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86E8275-6CA8-422D-8397-C233F1C90204}"/>
                </a:ext>
              </a:extLst>
            </p:cNvPr>
            <p:cNvSpPr/>
            <p:nvPr/>
          </p:nvSpPr>
          <p:spPr>
            <a:xfrm>
              <a:off x="8037754" y="1568352"/>
              <a:ext cx="4049143" cy="586947"/>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B69006D-9845-4CE0-8329-F6905B6CF59E}"/>
                </a:ext>
              </a:extLst>
            </p:cNvPr>
            <p:cNvSpPr/>
            <p:nvPr/>
          </p:nvSpPr>
          <p:spPr>
            <a:xfrm>
              <a:off x="8037754" y="2197166"/>
              <a:ext cx="4049143" cy="586947"/>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2506259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5D39F76-73CE-4174-BC34-4D5F55ED6C09}"/>
              </a:ext>
            </a:extLst>
          </p:cNvPr>
          <p:cNvSpPr>
            <a:spLocks noGrp="1"/>
          </p:cNvSpPr>
          <p:nvPr>
            <p:ph type="dt" sz="half" idx="10"/>
          </p:nvPr>
        </p:nvSpPr>
        <p:spPr/>
        <p:txBody>
          <a:bodyPr/>
          <a:lstStyle/>
          <a:p>
            <a:fld id="{5DCBE059-FAD7-45D8-8659-E6542D1E092D}" type="datetime1">
              <a:rPr lang="en-US" smtClean="0"/>
              <a:t>5/14/2024</a:t>
            </a:fld>
            <a:endParaRPr lang="en-US" dirty="0"/>
          </a:p>
        </p:txBody>
      </p:sp>
      <p:sp>
        <p:nvSpPr>
          <p:cNvPr id="5" name="Slide Number Placeholder 4">
            <a:extLst>
              <a:ext uri="{FF2B5EF4-FFF2-40B4-BE49-F238E27FC236}">
                <a16:creationId xmlns:a16="http://schemas.microsoft.com/office/drawing/2014/main" id="{75482629-7204-46A9-B9FC-6EBDDDF0150F}"/>
              </a:ext>
            </a:extLst>
          </p:cNvPr>
          <p:cNvSpPr>
            <a:spLocks noGrp="1"/>
          </p:cNvSpPr>
          <p:nvPr>
            <p:ph type="sldNum" sz="quarter" idx="12"/>
          </p:nvPr>
        </p:nvSpPr>
        <p:spPr/>
        <p:txBody>
          <a:bodyPr/>
          <a:lstStyle/>
          <a:p>
            <a:fld id="{CC0149FD-98BB-4821-915B-09C9BFE4B727}" type="slidenum">
              <a:rPr lang="en-US" smtClean="0"/>
              <a:pPr/>
              <a:t>18</a:t>
            </a:fld>
            <a:endParaRPr lang="en-US" dirty="0"/>
          </a:p>
        </p:txBody>
      </p:sp>
      <p:sp>
        <p:nvSpPr>
          <p:cNvPr id="7" name="Title 2">
            <a:extLst>
              <a:ext uri="{FF2B5EF4-FFF2-40B4-BE49-F238E27FC236}">
                <a16:creationId xmlns:a16="http://schemas.microsoft.com/office/drawing/2014/main" id="{10DFB8EF-E9FC-4EC2-B97A-4A665461E90C}"/>
              </a:ext>
            </a:extLst>
          </p:cNvPr>
          <p:cNvSpPr txBox="1">
            <a:spLocks/>
          </p:cNvSpPr>
          <p:nvPr/>
        </p:nvSpPr>
        <p:spPr bwMode="auto">
          <a:xfrm>
            <a:off x="257504" y="716509"/>
            <a:ext cx="6637282" cy="628814"/>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lvl1pPr algn="l" rtl="0" eaLnBrk="0" fontAlgn="base" hangingPunct="0">
              <a:lnSpc>
                <a:spcPct val="90000"/>
              </a:lnSpc>
              <a:spcBef>
                <a:spcPct val="0"/>
              </a:spcBef>
              <a:spcAft>
                <a:spcPct val="0"/>
              </a:spcAft>
              <a:defRPr sz="4000" b="1"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lang="en-US" sz="4000"/>
              <a:t>OOP-Interface</a:t>
            </a:r>
            <a:endParaRPr kumimoji="0" lang="en-IN" altLang="en-US" b="1" i="0" u="none" strike="noStrike" kern="1200" cap="none" spc="0" normalizeH="0" baseline="0" noProof="0">
              <a:ln>
                <a:noFill/>
              </a:ln>
              <a:solidFill>
                <a:sysClr val="windowText" lastClr="000000"/>
              </a:solidFill>
              <a:effectLst/>
              <a:uLnTx/>
              <a:uFillTx/>
              <a:ea typeface="+mj-ea"/>
              <a:cs typeface="+mj-cs"/>
            </a:endParaRPr>
          </a:p>
        </p:txBody>
      </p:sp>
      <p:sp>
        <p:nvSpPr>
          <p:cNvPr id="6" name="TextBox 5">
            <a:extLst>
              <a:ext uri="{FF2B5EF4-FFF2-40B4-BE49-F238E27FC236}">
                <a16:creationId xmlns:a16="http://schemas.microsoft.com/office/drawing/2014/main" id="{464DA3F5-9BAB-4117-BFA9-C2D47A592677}"/>
              </a:ext>
            </a:extLst>
          </p:cNvPr>
          <p:cNvSpPr txBox="1"/>
          <p:nvPr/>
        </p:nvSpPr>
        <p:spPr>
          <a:xfrm>
            <a:off x="-53450" y="1371091"/>
            <a:ext cx="12245450" cy="2723823"/>
          </a:xfrm>
          <a:prstGeom prst="rect">
            <a:avLst/>
          </a:prstGeom>
          <a:noFill/>
        </p:spPr>
        <p:txBody>
          <a:bodyPr wrap="square">
            <a:spAutoFit/>
          </a:bodyPr>
          <a:lstStyle/>
          <a:p>
            <a:pPr marL="342900" indent="-342900" algn="just">
              <a:spcBef>
                <a:spcPts val="600"/>
              </a:spcBef>
              <a:spcAft>
                <a:spcPts val="600"/>
              </a:spcAft>
              <a:buClr>
                <a:srgbClr val="973735"/>
              </a:buClr>
              <a:buSzPct val="50000"/>
              <a:buFont typeface="Wingdings" pitchFamily="2" charset="2"/>
              <a:buChar char="u"/>
              <a:defRPr/>
            </a:pPr>
            <a:r>
              <a:rPr lang="en-US" sz="2600"/>
              <a:t>An interface contains definitions for a group of related functionalities that a class or a struct must implement</a:t>
            </a:r>
          </a:p>
          <a:p>
            <a:pPr marL="342900" indent="-342900" algn="just">
              <a:spcBef>
                <a:spcPts val="600"/>
              </a:spcBef>
              <a:spcAft>
                <a:spcPts val="600"/>
              </a:spcAft>
              <a:buClr>
                <a:srgbClr val="973735"/>
              </a:buClr>
              <a:buSzPct val="50000"/>
              <a:buFont typeface="Wingdings" pitchFamily="2" charset="2"/>
              <a:buChar char="u"/>
              <a:defRPr/>
            </a:pPr>
            <a:r>
              <a:rPr lang="en-US" sz="2600"/>
              <a:t>An interface cannot be instantiated but can only be inherited by classes or other interfaces</a:t>
            </a:r>
          </a:p>
          <a:p>
            <a:pPr marL="342900" indent="-342900" algn="just">
              <a:buClr>
                <a:srgbClr val="973735"/>
              </a:buClr>
              <a:buSzPct val="50000"/>
              <a:buFont typeface="Wingdings" pitchFamily="2" charset="2"/>
              <a:buChar char="u"/>
              <a:defRPr/>
            </a:pPr>
            <a:r>
              <a:rPr lang="en-US" sz="2600"/>
              <a:t>An interface may not declare instance data such as fields, auto-implemented properties, or property-like events. Interface names begin with a capital “</a:t>
            </a:r>
            <a:r>
              <a:rPr lang="en-US" sz="2600">
                <a:solidFill>
                  <a:srgbClr val="00B0F0"/>
                </a:solidFill>
              </a:rPr>
              <a:t>I</a:t>
            </a:r>
            <a:r>
              <a:rPr lang="en-US" sz="2600"/>
              <a:t>”</a:t>
            </a:r>
          </a:p>
        </p:txBody>
      </p:sp>
      <p:pic>
        <p:nvPicPr>
          <p:cNvPr id="14" name="Picture 13">
            <a:extLst>
              <a:ext uri="{FF2B5EF4-FFF2-40B4-BE49-F238E27FC236}">
                <a16:creationId xmlns:a16="http://schemas.microsoft.com/office/drawing/2014/main" id="{79A21F05-2BFB-4311-B319-1F4098DA8CDC}"/>
              </a:ext>
            </a:extLst>
          </p:cNvPr>
          <p:cNvPicPr>
            <a:picLocks noChangeAspect="1"/>
          </p:cNvPicPr>
          <p:nvPr/>
        </p:nvPicPr>
        <p:blipFill>
          <a:blip r:embed="rId3"/>
          <a:stretch>
            <a:fillRect/>
          </a:stretch>
        </p:blipFill>
        <p:spPr>
          <a:xfrm>
            <a:off x="461110" y="4038286"/>
            <a:ext cx="4868272" cy="1776873"/>
          </a:xfrm>
          <a:prstGeom prst="rect">
            <a:avLst/>
          </a:prstGeom>
        </p:spPr>
      </p:pic>
      <p:pic>
        <p:nvPicPr>
          <p:cNvPr id="18" name="Picture 17">
            <a:extLst>
              <a:ext uri="{FF2B5EF4-FFF2-40B4-BE49-F238E27FC236}">
                <a16:creationId xmlns:a16="http://schemas.microsoft.com/office/drawing/2014/main" id="{27FA69BD-F68E-40B0-B1D3-478D606D7E59}"/>
              </a:ext>
            </a:extLst>
          </p:cNvPr>
          <p:cNvPicPr>
            <a:picLocks noChangeAspect="1"/>
          </p:cNvPicPr>
          <p:nvPr/>
        </p:nvPicPr>
        <p:blipFill>
          <a:blip r:embed="rId4"/>
          <a:stretch>
            <a:fillRect/>
          </a:stretch>
        </p:blipFill>
        <p:spPr>
          <a:xfrm>
            <a:off x="6585139" y="4069157"/>
            <a:ext cx="5228171" cy="2400355"/>
          </a:xfrm>
          <a:prstGeom prst="rect">
            <a:avLst/>
          </a:prstGeom>
        </p:spPr>
      </p:pic>
    </p:spTree>
    <p:extLst>
      <p:ext uri="{BB962C8B-B14F-4D97-AF65-F5344CB8AC3E}">
        <p14:creationId xmlns:p14="http://schemas.microsoft.com/office/powerpoint/2010/main" val="14098811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5D39F76-73CE-4174-BC34-4D5F55ED6C09}"/>
              </a:ext>
            </a:extLst>
          </p:cNvPr>
          <p:cNvSpPr>
            <a:spLocks noGrp="1"/>
          </p:cNvSpPr>
          <p:nvPr>
            <p:ph type="dt" sz="half" idx="10"/>
          </p:nvPr>
        </p:nvSpPr>
        <p:spPr/>
        <p:txBody>
          <a:bodyPr/>
          <a:lstStyle/>
          <a:p>
            <a:fld id="{5DCBE059-FAD7-45D8-8659-E6542D1E092D}" type="datetime1">
              <a:rPr lang="en-US" smtClean="0"/>
              <a:t>5/14/2024</a:t>
            </a:fld>
            <a:endParaRPr lang="en-US" dirty="0"/>
          </a:p>
        </p:txBody>
      </p:sp>
      <p:sp>
        <p:nvSpPr>
          <p:cNvPr id="5" name="Slide Number Placeholder 4">
            <a:extLst>
              <a:ext uri="{FF2B5EF4-FFF2-40B4-BE49-F238E27FC236}">
                <a16:creationId xmlns:a16="http://schemas.microsoft.com/office/drawing/2014/main" id="{75482629-7204-46A9-B9FC-6EBDDDF0150F}"/>
              </a:ext>
            </a:extLst>
          </p:cNvPr>
          <p:cNvSpPr>
            <a:spLocks noGrp="1"/>
          </p:cNvSpPr>
          <p:nvPr>
            <p:ph type="sldNum" sz="quarter" idx="12"/>
          </p:nvPr>
        </p:nvSpPr>
        <p:spPr/>
        <p:txBody>
          <a:bodyPr/>
          <a:lstStyle/>
          <a:p>
            <a:fld id="{CC0149FD-98BB-4821-915B-09C9BFE4B727}" type="slidenum">
              <a:rPr lang="en-US" smtClean="0"/>
              <a:pPr/>
              <a:t>19</a:t>
            </a:fld>
            <a:endParaRPr lang="en-US" dirty="0"/>
          </a:p>
        </p:txBody>
      </p:sp>
      <p:sp>
        <p:nvSpPr>
          <p:cNvPr id="7" name="Title 2">
            <a:extLst>
              <a:ext uri="{FF2B5EF4-FFF2-40B4-BE49-F238E27FC236}">
                <a16:creationId xmlns:a16="http://schemas.microsoft.com/office/drawing/2014/main" id="{10DFB8EF-E9FC-4EC2-B97A-4A665461E90C}"/>
              </a:ext>
            </a:extLst>
          </p:cNvPr>
          <p:cNvSpPr txBox="1">
            <a:spLocks/>
          </p:cNvSpPr>
          <p:nvPr/>
        </p:nvSpPr>
        <p:spPr bwMode="auto">
          <a:xfrm>
            <a:off x="262759" y="575251"/>
            <a:ext cx="6637282" cy="628814"/>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lvl1pPr algn="l" rtl="0" eaLnBrk="0" fontAlgn="base" hangingPunct="0">
              <a:lnSpc>
                <a:spcPct val="90000"/>
              </a:lnSpc>
              <a:spcBef>
                <a:spcPct val="0"/>
              </a:spcBef>
              <a:spcAft>
                <a:spcPct val="0"/>
              </a:spcAft>
              <a:defRPr sz="4000" b="1"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lang="en-US" sz="4000"/>
              <a:t>OOP-Interface</a:t>
            </a:r>
            <a:endParaRPr kumimoji="0" lang="en-IN" altLang="en-US" b="1" i="0" u="none" strike="noStrike" kern="1200" cap="none" spc="0" normalizeH="0" baseline="0" noProof="0">
              <a:ln>
                <a:noFill/>
              </a:ln>
              <a:solidFill>
                <a:sysClr val="windowText" lastClr="000000"/>
              </a:solidFill>
              <a:effectLst/>
              <a:uLnTx/>
              <a:uFillTx/>
              <a:ea typeface="+mj-ea"/>
              <a:cs typeface="+mj-cs"/>
            </a:endParaRPr>
          </a:p>
        </p:txBody>
      </p:sp>
      <p:pic>
        <p:nvPicPr>
          <p:cNvPr id="3" name="Picture 2">
            <a:extLst>
              <a:ext uri="{FF2B5EF4-FFF2-40B4-BE49-F238E27FC236}">
                <a16:creationId xmlns:a16="http://schemas.microsoft.com/office/drawing/2014/main" id="{BCBC537C-ED72-4CEF-BCE6-40657E02612F}"/>
              </a:ext>
            </a:extLst>
          </p:cNvPr>
          <p:cNvPicPr>
            <a:picLocks noChangeAspect="1"/>
          </p:cNvPicPr>
          <p:nvPr/>
        </p:nvPicPr>
        <p:blipFill>
          <a:blip r:embed="rId3"/>
          <a:stretch>
            <a:fillRect/>
          </a:stretch>
        </p:blipFill>
        <p:spPr>
          <a:xfrm>
            <a:off x="262759" y="1212414"/>
            <a:ext cx="3074425" cy="1827400"/>
          </a:xfrm>
          <a:prstGeom prst="rect">
            <a:avLst/>
          </a:prstGeom>
        </p:spPr>
      </p:pic>
      <p:pic>
        <p:nvPicPr>
          <p:cNvPr id="9" name="Picture 8">
            <a:extLst>
              <a:ext uri="{FF2B5EF4-FFF2-40B4-BE49-F238E27FC236}">
                <a16:creationId xmlns:a16="http://schemas.microsoft.com/office/drawing/2014/main" id="{50AF251C-FBF1-4C3D-910A-AB745622F813}"/>
              </a:ext>
            </a:extLst>
          </p:cNvPr>
          <p:cNvPicPr>
            <a:picLocks noChangeAspect="1"/>
          </p:cNvPicPr>
          <p:nvPr/>
        </p:nvPicPr>
        <p:blipFill>
          <a:blip r:embed="rId4"/>
          <a:stretch>
            <a:fillRect/>
          </a:stretch>
        </p:blipFill>
        <p:spPr>
          <a:xfrm>
            <a:off x="305291" y="3133227"/>
            <a:ext cx="5991290" cy="3305000"/>
          </a:xfrm>
          <a:prstGeom prst="rect">
            <a:avLst/>
          </a:prstGeom>
        </p:spPr>
      </p:pic>
      <p:pic>
        <p:nvPicPr>
          <p:cNvPr id="13" name="Picture 12">
            <a:extLst>
              <a:ext uri="{FF2B5EF4-FFF2-40B4-BE49-F238E27FC236}">
                <a16:creationId xmlns:a16="http://schemas.microsoft.com/office/drawing/2014/main" id="{0B46A55D-9417-4E26-A366-BB10510F6B1E}"/>
              </a:ext>
            </a:extLst>
          </p:cNvPr>
          <p:cNvPicPr>
            <a:picLocks noChangeAspect="1"/>
          </p:cNvPicPr>
          <p:nvPr/>
        </p:nvPicPr>
        <p:blipFill>
          <a:blip r:embed="rId5"/>
          <a:stretch>
            <a:fillRect/>
          </a:stretch>
        </p:blipFill>
        <p:spPr>
          <a:xfrm>
            <a:off x="7777202" y="4692450"/>
            <a:ext cx="3107559" cy="1274394"/>
          </a:xfrm>
          <a:prstGeom prst="rect">
            <a:avLst/>
          </a:prstGeom>
        </p:spPr>
      </p:pic>
      <p:grpSp>
        <p:nvGrpSpPr>
          <p:cNvPr id="2" name="Group 1">
            <a:extLst>
              <a:ext uri="{FF2B5EF4-FFF2-40B4-BE49-F238E27FC236}">
                <a16:creationId xmlns:a16="http://schemas.microsoft.com/office/drawing/2014/main" id="{FD60D7D5-903A-40E6-9319-540B7B02704B}"/>
              </a:ext>
            </a:extLst>
          </p:cNvPr>
          <p:cNvGrpSpPr/>
          <p:nvPr/>
        </p:nvGrpSpPr>
        <p:grpSpPr>
          <a:xfrm>
            <a:off x="7777202" y="1342288"/>
            <a:ext cx="4152039" cy="2836307"/>
            <a:chOff x="7777202" y="1342288"/>
            <a:chExt cx="4152039" cy="2836307"/>
          </a:xfrm>
        </p:grpSpPr>
        <p:pic>
          <p:nvPicPr>
            <p:cNvPr id="11" name="Picture 10">
              <a:extLst>
                <a:ext uri="{FF2B5EF4-FFF2-40B4-BE49-F238E27FC236}">
                  <a16:creationId xmlns:a16="http://schemas.microsoft.com/office/drawing/2014/main" id="{ED457F47-BD03-43D3-A81E-38691A14B62B}"/>
                </a:ext>
              </a:extLst>
            </p:cNvPr>
            <p:cNvPicPr>
              <a:picLocks noChangeAspect="1"/>
            </p:cNvPicPr>
            <p:nvPr/>
          </p:nvPicPr>
          <p:blipFill>
            <a:blip r:embed="rId6"/>
            <a:stretch>
              <a:fillRect/>
            </a:stretch>
          </p:blipFill>
          <p:spPr>
            <a:xfrm>
              <a:off x="7777202" y="1342288"/>
              <a:ext cx="4152039" cy="2836307"/>
            </a:xfrm>
            <a:prstGeom prst="rect">
              <a:avLst/>
            </a:prstGeom>
          </p:spPr>
        </p:pic>
        <p:sp>
          <p:nvSpPr>
            <p:cNvPr id="12" name="Rectangle 11">
              <a:extLst>
                <a:ext uri="{FF2B5EF4-FFF2-40B4-BE49-F238E27FC236}">
                  <a16:creationId xmlns:a16="http://schemas.microsoft.com/office/drawing/2014/main" id="{C620AD75-7811-41A4-BBCB-974B7EAC216F}"/>
                </a:ext>
              </a:extLst>
            </p:cNvPr>
            <p:cNvSpPr/>
            <p:nvPr/>
          </p:nvSpPr>
          <p:spPr>
            <a:xfrm>
              <a:off x="8619643" y="2316498"/>
              <a:ext cx="2463991" cy="1036302"/>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678735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5D39F76-73CE-4174-BC34-4D5F55ED6C09}"/>
              </a:ext>
            </a:extLst>
          </p:cNvPr>
          <p:cNvSpPr>
            <a:spLocks noGrp="1"/>
          </p:cNvSpPr>
          <p:nvPr>
            <p:ph type="dt" sz="half" idx="10"/>
          </p:nvPr>
        </p:nvSpPr>
        <p:spPr/>
        <p:txBody>
          <a:bodyPr/>
          <a:lstStyle/>
          <a:p>
            <a:fld id="{5DCBE059-FAD7-45D8-8659-E6542D1E092D}" type="datetime1">
              <a:rPr lang="en-US" smtClean="0"/>
              <a:t>5/14/2024</a:t>
            </a:fld>
            <a:endParaRPr lang="en-US" dirty="0"/>
          </a:p>
        </p:txBody>
      </p:sp>
      <p:sp>
        <p:nvSpPr>
          <p:cNvPr id="5" name="Slide Number Placeholder 4">
            <a:extLst>
              <a:ext uri="{FF2B5EF4-FFF2-40B4-BE49-F238E27FC236}">
                <a16:creationId xmlns:a16="http://schemas.microsoft.com/office/drawing/2014/main" id="{75482629-7204-46A9-B9FC-6EBDDDF0150F}"/>
              </a:ext>
            </a:extLst>
          </p:cNvPr>
          <p:cNvSpPr>
            <a:spLocks noGrp="1"/>
          </p:cNvSpPr>
          <p:nvPr>
            <p:ph type="sldNum" sz="quarter" idx="12"/>
          </p:nvPr>
        </p:nvSpPr>
        <p:spPr/>
        <p:txBody>
          <a:bodyPr/>
          <a:lstStyle/>
          <a:p>
            <a:fld id="{CC0149FD-98BB-4821-915B-09C9BFE4B727}" type="slidenum">
              <a:rPr lang="en-US" smtClean="0"/>
              <a:pPr/>
              <a:t>20</a:t>
            </a:fld>
            <a:endParaRPr lang="en-US" dirty="0"/>
          </a:p>
        </p:txBody>
      </p:sp>
      <p:sp>
        <p:nvSpPr>
          <p:cNvPr id="7" name="Title 2">
            <a:extLst>
              <a:ext uri="{FF2B5EF4-FFF2-40B4-BE49-F238E27FC236}">
                <a16:creationId xmlns:a16="http://schemas.microsoft.com/office/drawing/2014/main" id="{10DFB8EF-E9FC-4EC2-B97A-4A665461E90C}"/>
              </a:ext>
            </a:extLst>
          </p:cNvPr>
          <p:cNvSpPr txBox="1">
            <a:spLocks/>
          </p:cNvSpPr>
          <p:nvPr/>
        </p:nvSpPr>
        <p:spPr bwMode="auto">
          <a:xfrm>
            <a:off x="257504" y="716509"/>
            <a:ext cx="6637282" cy="628814"/>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lvl1pPr algn="l" rtl="0" eaLnBrk="0" fontAlgn="base" hangingPunct="0">
              <a:lnSpc>
                <a:spcPct val="90000"/>
              </a:lnSpc>
              <a:spcBef>
                <a:spcPct val="0"/>
              </a:spcBef>
              <a:spcAft>
                <a:spcPct val="0"/>
              </a:spcAft>
              <a:defRPr sz="4000" b="1"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lang="en-US" sz="4000"/>
              <a:t>Interface Inheritance </a:t>
            </a:r>
            <a:endParaRPr kumimoji="0" lang="en-IN" altLang="en-US" b="1" i="0" u="none" strike="noStrike" kern="1200" cap="none" spc="0" normalizeH="0" baseline="0" noProof="0">
              <a:ln>
                <a:noFill/>
              </a:ln>
              <a:solidFill>
                <a:sysClr val="windowText" lastClr="000000"/>
              </a:solidFill>
              <a:effectLst/>
              <a:uLnTx/>
              <a:uFillTx/>
              <a:ea typeface="+mj-ea"/>
              <a:cs typeface="+mj-cs"/>
            </a:endParaRPr>
          </a:p>
        </p:txBody>
      </p:sp>
      <p:grpSp>
        <p:nvGrpSpPr>
          <p:cNvPr id="6" name="Group 5">
            <a:extLst>
              <a:ext uri="{FF2B5EF4-FFF2-40B4-BE49-F238E27FC236}">
                <a16:creationId xmlns:a16="http://schemas.microsoft.com/office/drawing/2014/main" id="{074D6DF0-D463-497D-B007-8E881BFAFE5E}"/>
              </a:ext>
            </a:extLst>
          </p:cNvPr>
          <p:cNvGrpSpPr/>
          <p:nvPr/>
        </p:nvGrpSpPr>
        <p:grpSpPr>
          <a:xfrm>
            <a:off x="679872" y="1776945"/>
            <a:ext cx="10832256" cy="4364546"/>
            <a:chOff x="381000" y="1828800"/>
            <a:chExt cx="8181572" cy="3219048"/>
          </a:xfrm>
        </p:grpSpPr>
        <p:pic>
          <p:nvPicPr>
            <p:cNvPr id="8" name="Picture 7" descr="75.png">
              <a:extLst>
                <a:ext uri="{FF2B5EF4-FFF2-40B4-BE49-F238E27FC236}">
                  <a16:creationId xmlns:a16="http://schemas.microsoft.com/office/drawing/2014/main" id="{80094328-17B7-45C9-B976-3346ECE2E9F0}"/>
                </a:ext>
              </a:extLst>
            </p:cNvPr>
            <p:cNvPicPr>
              <a:picLocks noChangeAspect="1"/>
            </p:cNvPicPr>
            <p:nvPr/>
          </p:nvPicPr>
          <p:blipFill>
            <a:blip r:embed="rId3"/>
            <a:stretch>
              <a:fillRect/>
            </a:stretch>
          </p:blipFill>
          <p:spPr>
            <a:xfrm>
              <a:off x="5334000" y="1828800"/>
              <a:ext cx="3228572" cy="321904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Picture 8" descr="74.png">
              <a:extLst>
                <a:ext uri="{FF2B5EF4-FFF2-40B4-BE49-F238E27FC236}">
                  <a16:creationId xmlns:a16="http://schemas.microsoft.com/office/drawing/2014/main" id="{A40134BD-358A-4444-896D-257A6AAC8984}"/>
                </a:ext>
              </a:extLst>
            </p:cNvPr>
            <p:cNvPicPr>
              <a:picLocks noChangeAspect="1"/>
            </p:cNvPicPr>
            <p:nvPr/>
          </p:nvPicPr>
          <p:blipFill>
            <a:blip r:embed="rId4"/>
            <a:stretch>
              <a:fillRect/>
            </a:stretch>
          </p:blipFill>
          <p:spPr>
            <a:xfrm>
              <a:off x="381000" y="2133600"/>
              <a:ext cx="4266667" cy="248571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0" name="Rectangle 9">
              <a:extLst>
                <a:ext uri="{FF2B5EF4-FFF2-40B4-BE49-F238E27FC236}">
                  <a16:creationId xmlns:a16="http://schemas.microsoft.com/office/drawing/2014/main" id="{50E955EE-D560-44B3-8C0C-F4C3CDDFF11A}"/>
                </a:ext>
              </a:extLst>
            </p:cNvPr>
            <p:cNvSpPr/>
            <p:nvPr/>
          </p:nvSpPr>
          <p:spPr>
            <a:xfrm>
              <a:off x="381000" y="2133600"/>
              <a:ext cx="1905000" cy="6858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68518B5-6B1B-4EA8-BA63-0BBAE37A55C1}"/>
                </a:ext>
              </a:extLst>
            </p:cNvPr>
            <p:cNvSpPr/>
            <p:nvPr/>
          </p:nvSpPr>
          <p:spPr>
            <a:xfrm>
              <a:off x="381000" y="2895600"/>
              <a:ext cx="2438400" cy="7620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B793806-2365-4268-8F99-5B293D75605C}"/>
                </a:ext>
              </a:extLst>
            </p:cNvPr>
            <p:cNvSpPr/>
            <p:nvPr/>
          </p:nvSpPr>
          <p:spPr>
            <a:xfrm>
              <a:off x="381000" y="3733800"/>
              <a:ext cx="4191000" cy="9144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D7FF785-9D7F-4456-80F0-DD2AF8CF5D89}"/>
                </a:ext>
              </a:extLst>
            </p:cNvPr>
            <p:cNvSpPr/>
            <p:nvPr/>
          </p:nvSpPr>
          <p:spPr>
            <a:xfrm>
              <a:off x="5638800" y="3936642"/>
              <a:ext cx="2438400" cy="7620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361F977-F1A4-429A-BE8F-50464E71A790}"/>
                </a:ext>
              </a:extLst>
            </p:cNvPr>
            <p:cNvSpPr/>
            <p:nvPr/>
          </p:nvSpPr>
          <p:spPr>
            <a:xfrm>
              <a:off x="5614116" y="3073758"/>
              <a:ext cx="2438400" cy="7620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93BE2DD-B55A-4CCC-9944-7F878E9177B3}"/>
                </a:ext>
              </a:extLst>
            </p:cNvPr>
            <p:cNvSpPr/>
            <p:nvPr/>
          </p:nvSpPr>
          <p:spPr>
            <a:xfrm>
              <a:off x="5562600" y="2248437"/>
              <a:ext cx="2438400" cy="7620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Elbow Connector 16">
              <a:extLst>
                <a:ext uri="{FF2B5EF4-FFF2-40B4-BE49-F238E27FC236}">
                  <a16:creationId xmlns:a16="http://schemas.microsoft.com/office/drawing/2014/main" id="{7F32F35E-1457-4800-A289-22EF9EF83988}"/>
                </a:ext>
              </a:extLst>
            </p:cNvPr>
            <p:cNvCxnSpPr>
              <a:stCxn id="10" idx="3"/>
              <a:endCxn id="14" idx="1"/>
            </p:cNvCxnSpPr>
            <p:nvPr/>
          </p:nvCxnSpPr>
          <p:spPr>
            <a:xfrm>
              <a:off x="2286000" y="2476500"/>
              <a:ext cx="3328116" cy="978258"/>
            </a:xfrm>
            <a:prstGeom prst="bentConnector3">
              <a:avLst>
                <a:gd name="adj1" fmla="val 75540"/>
              </a:avLst>
            </a:prstGeom>
            <a:ln>
              <a:tailEnd type="arrow"/>
            </a:ln>
          </p:spPr>
          <p:style>
            <a:lnRef idx="2">
              <a:schemeClr val="dk1"/>
            </a:lnRef>
            <a:fillRef idx="0">
              <a:schemeClr val="dk1"/>
            </a:fillRef>
            <a:effectRef idx="1">
              <a:schemeClr val="dk1"/>
            </a:effectRef>
            <a:fontRef idx="minor">
              <a:schemeClr val="tx1"/>
            </a:fontRef>
          </p:style>
        </p:cxnSp>
        <p:cxnSp>
          <p:nvCxnSpPr>
            <p:cNvPr id="17" name="Elbow Connector 18">
              <a:extLst>
                <a:ext uri="{FF2B5EF4-FFF2-40B4-BE49-F238E27FC236}">
                  <a16:creationId xmlns:a16="http://schemas.microsoft.com/office/drawing/2014/main" id="{B42D4561-C84F-4966-96F1-AFB3809D5617}"/>
                </a:ext>
              </a:extLst>
            </p:cNvPr>
            <p:cNvCxnSpPr>
              <a:stCxn id="11" idx="3"/>
              <a:endCxn id="13" idx="1"/>
            </p:cNvCxnSpPr>
            <p:nvPr/>
          </p:nvCxnSpPr>
          <p:spPr>
            <a:xfrm>
              <a:off x="2819400" y="3276600"/>
              <a:ext cx="2819400" cy="1041042"/>
            </a:xfrm>
            <a:prstGeom prst="bentConnector3">
              <a:avLst>
                <a:gd name="adj1" fmla="val 68272"/>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8" name="Elbow Connector 20">
              <a:extLst>
                <a:ext uri="{FF2B5EF4-FFF2-40B4-BE49-F238E27FC236}">
                  <a16:creationId xmlns:a16="http://schemas.microsoft.com/office/drawing/2014/main" id="{E471686A-FC23-46F3-8E8F-3D3560BEFF52}"/>
                </a:ext>
              </a:extLst>
            </p:cNvPr>
            <p:cNvCxnSpPr>
              <a:stCxn id="12" idx="3"/>
              <a:endCxn id="15" idx="1"/>
            </p:cNvCxnSpPr>
            <p:nvPr/>
          </p:nvCxnSpPr>
          <p:spPr>
            <a:xfrm flipV="1">
              <a:off x="4572000" y="2629437"/>
              <a:ext cx="990600" cy="1561563"/>
            </a:xfrm>
            <a:prstGeom prst="bentConnector3">
              <a:avLst>
                <a:gd name="adj1" fmla="val 50000"/>
              </a:avLst>
            </a:prstGeom>
            <a:ln>
              <a:tailEnd type="arrow"/>
            </a:ln>
          </p:spPr>
          <p:style>
            <a:lnRef idx="2">
              <a:schemeClr val="accent4"/>
            </a:lnRef>
            <a:fillRef idx="0">
              <a:schemeClr val="accent4"/>
            </a:fillRef>
            <a:effectRef idx="1">
              <a:schemeClr val="accent4"/>
            </a:effectRef>
            <a:fontRef idx="minor">
              <a:schemeClr val="tx1"/>
            </a:fontRef>
          </p:style>
        </p:cxnSp>
      </p:grpSp>
    </p:spTree>
    <p:extLst>
      <p:ext uri="{BB962C8B-B14F-4D97-AF65-F5344CB8AC3E}">
        <p14:creationId xmlns:p14="http://schemas.microsoft.com/office/powerpoint/2010/main" val="38801469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5D39F76-73CE-4174-BC34-4D5F55ED6C09}"/>
              </a:ext>
            </a:extLst>
          </p:cNvPr>
          <p:cNvSpPr>
            <a:spLocks noGrp="1"/>
          </p:cNvSpPr>
          <p:nvPr>
            <p:ph type="dt" sz="half" idx="10"/>
          </p:nvPr>
        </p:nvSpPr>
        <p:spPr/>
        <p:txBody>
          <a:bodyPr/>
          <a:lstStyle/>
          <a:p>
            <a:fld id="{5DCBE059-FAD7-45D8-8659-E6542D1E092D}" type="datetime1">
              <a:rPr lang="en-US" smtClean="0"/>
              <a:t>5/14/2024</a:t>
            </a:fld>
            <a:endParaRPr lang="en-US" dirty="0"/>
          </a:p>
        </p:txBody>
      </p:sp>
      <p:sp>
        <p:nvSpPr>
          <p:cNvPr id="5" name="Slide Number Placeholder 4">
            <a:extLst>
              <a:ext uri="{FF2B5EF4-FFF2-40B4-BE49-F238E27FC236}">
                <a16:creationId xmlns:a16="http://schemas.microsoft.com/office/drawing/2014/main" id="{75482629-7204-46A9-B9FC-6EBDDDF0150F}"/>
              </a:ext>
            </a:extLst>
          </p:cNvPr>
          <p:cNvSpPr>
            <a:spLocks noGrp="1"/>
          </p:cNvSpPr>
          <p:nvPr>
            <p:ph type="sldNum" sz="quarter" idx="12"/>
          </p:nvPr>
        </p:nvSpPr>
        <p:spPr/>
        <p:txBody>
          <a:bodyPr/>
          <a:lstStyle/>
          <a:p>
            <a:fld id="{CC0149FD-98BB-4821-915B-09C9BFE4B727}" type="slidenum">
              <a:rPr lang="en-US" smtClean="0"/>
              <a:pPr/>
              <a:t>21</a:t>
            </a:fld>
            <a:endParaRPr lang="en-US" dirty="0"/>
          </a:p>
        </p:txBody>
      </p:sp>
      <p:sp>
        <p:nvSpPr>
          <p:cNvPr id="7" name="Title 2">
            <a:extLst>
              <a:ext uri="{FF2B5EF4-FFF2-40B4-BE49-F238E27FC236}">
                <a16:creationId xmlns:a16="http://schemas.microsoft.com/office/drawing/2014/main" id="{10DFB8EF-E9FC-4EC2-B97A-4A665461E90C}"/>
              </a:ext>
            </a:extLst>
          </p:cNvPr>
          <p:cNvSpPr txBox="1">
            <a:spLocks/>
          </p:cNvSpPr>
          <p:nvPr/>
        </p:nvSpPr>
        <p:spPr bwMode="auto">
          <a:xfrm>
            <a:off x="257504" y="716509"/>
            <a:ext cx="6637282" cy="628814"/>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lvl1pPr algn="l" rtl="0" eaLnBrk="0" fontAlgn="base" hangingPunct="0">
              <a:lnSpc>
                <a:spcPct val="90000"/>
              </a:lnSpc>
              <a:spcBef>
                <a:spcPct val="0"/>
              </a:spcBef>
              <a:spcAft>
                <a:spcPct val="0"/>
              </a:spcAft>
              <a:defRPr sz="4000" b="1"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lang="en-US" sz="4000"/>
              <a:t>Default Interface Methods</a:t>
            </a:r>
            <a:endParaRPr kumimoji="0" lang="en-IN" altLang="en-US" b="1" i="0" u="none" strike="noStrike" kern="1200" cap="none" spc="0" normalizeH="0" baseline="0" noProof="0">
              <a:ln>
                <a:noFill/>
              </a:ln>
              <a:solidFill>
                <a:sysClr val="windowText" lastClr="000000"/>
              </a:solidFill>
              <a:effectLst/>
              <a:uLnTx/>
              <a:uFillTx/>
              <a:ea typeface="+mj-ea"/>
              <a:cs typeface="+mj-cs"/>
            </a:endParaRPr>
          </a:p>
        </p:txBody>
      </p:sp>
      <p:sp>
        <p:nvSpPr>
          <p:cNvPr id="6" name="TextBox 5">
            <a:extLst>
              <a:ext uri="{FF2B5EF4-FFF2-40B4-BE49-F238E27FC236}">
                <a16:creationId xmlns:a16="http://schemas.microsoft.com/office/drawing/2014/main" id="{1BE902E4-079E-4E75-AFB6-BD5536B79724}"/>
              </a:ext>
            </a:extLst>
          </p:cNvPr>
          <p:cNvSpPr txBox="1"/>
          <p:nvPr/>
        </p:nvSpPr>
        <p:spPr>
          <a:xfrm>
            <a:off x="-1" y="1460583"/>
            <a:ext cx="12123961" cy="1292662"/>
          </a:xfrm>
          <a:prstGeom prst="rect">
            <a:avLst/>
          </a:prstGeom>
          <a:noFill/>
        </p:spPr>
        <p:txBody>
          <a:bodyPr wrap="square">
            <a:spAutoFit/>
          </a:bodyPr>
          <a:lstStyle/>
          <a:p>
            <a:pPr marL="342900" indent="-342900" algn="just">
              <a:spcBef>
                <a:spcPts val="600"/>
              </a:spcBef>
              <a:spcAft>
                <a:spcPts val="600"/>
              </a:spcAft>
              <a:buClr>
                <a:srgbClr val="973735"/>
              </a:buClr>
              <a:buSzPct val="50000"/>
              <a:buFont typeface="Wingdings" pitchFamily="2" charset="2"/>
              <a:buChar char="u"/>
              <a:defRPr/>
            </a:pPr>
            <a:r>
              <a:rPr lang="en-US" sz="2600"/>
              <a:t>C# allows to add a method with their implementation to the interface without breaking the existing implementation of the interface, such type of methods is known as </a:t>
            </a:r>
            <a:r>
              <a:rPr lang="en-US" sz="2600" b="1"/>
              <a:t>default interface methods (virtual extension methods</a:t>
            </a:r>
            <a:r>
              <a:rPr lang="en-US" sz="2600"/>
              <a:t>)</a:t>
            </a:r>
          </a:p>
        </p:txBody>
      </p:sp>
      <p:pic>
        <p:nvPicPr>
          <p:cNvPr id="8" name="Picture 7">
            <a:extLst>
              <a:ext uri="{FF2B5EF4-FFF2-40B4-BE49-F238E27FC236}">
                <a16:creationId xmlns:a16="http://schemas.microsoft.com/office/drawing/2014/main" id="{725BF3BF-6C74-45DC-9671-65902A1C4AC4}"/>
              </a:ext>
            </a:extLst>
          </p:cNvPr>
          <p:cNvPicPr>
            <a:picLocks noChangeAspect="1"/>
          </p:cNvPicPr>
          <p:nvPr/>
        </p:nvPicPr>
        <p:blipFill>
          <a:blip r:embed="rId3"/>
          <a:stretch>
            <a:fillRect/>
          </a:stretch>
        </p:blipFill>
        <p:spPr>
          <a:xfrm>
            <a:off x="42532" y="2952965"/>
            <a:ext cx="5843981" cy="2712627"/>
          </a:xfrm>
          <a:prstGeom prst="rect">
            <a:avLst/>
          </a:prstGeom>
          <a:solidFill>
            <a:srgbClr val="FF0000"/>
          </a:solidFill>
          <a:ln>
            <a:solidFill>
              <a:srgbClr val="FF0000"/>
            </a:solidFill>
          </a:ln>
        </p:spPr>
      </p:pic>
      <p:pic>
        <p:nvPicPr>
          <p:cNvPr id="12" name="Picture 11">
            <a:extLst>
              <a:ext uri="{FF2B5EF4-FFF2-40B4-BE49-F238E27FC236}">
                <a16:creationId xmlns:a16="http://schemas.microsoft.com/office/drawing/2014/main" id="{69794CE2-C945-4418-BE4B-5304D20B9F7E}"/>
              </a:ext>
            </a:extLst>
          </p:cNvPr>
          <p:cNvPicPr>
            <a:picLocks noChangeAspect="1"/>
          </p:cNvPicPr>
          <p:nvPr/>
        </p:nvPicPr>
        <p:blipFill>
          <a:blip r:embed="rId4"/>
          <a:stretch>
            <a:fillRect/>
          </a:stretch>
        </p:blipFill>
        <p:spPr>
          <a:xfrm>
            <a:off x="6014104" y="2952965"/>
            <a:ext cx="6109857" cy="3188526"/>
          </a:xfrm>
          <a:prstGeom prst="rect">
            <a:avLst/>
          </a:prstGeom>
          <a:ln>
            <a:solidFill>
              <a:srgbClr val="FF0000"/>
            </a:solidFill>
          </a:ln>
        </p:spPr>
      </p:pic>
    </p:spTree>
    <p:extLst>
      <p:ext uri="{BB962C8B-B14F-4D97-AF65-F5344CB8AC3E}">
        <p14:creationId xmlns:p14="http://schemas.microsoft.com/office/powerpoint/2010/main" val="42287326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5D39F76-73CE-4174-BC34-4D5F55ED6C09}"/>
              </a:ext>
            </a:extLst>
          </p:cNvPr>
          <p:cNvSpPr>
            <a:spLocks noGrp="1"/>
          </p:cNvSpPr>
          <p:nvPr>
            <p:ph type="dt" sz="half" idx="10"/>
          </p:nvPr>
        </p:nvSpPr>
        <p:spPr/>
        <p:txBody>
          <a:bodyPr/>
          <a:lstStyle/>
          <a:p>
            <a:fld id="{5DCBE059-FAD7-45D8-8659-E6542D1E092D}" type="datetime1">
              <a:rPr lang="en-US" smtClean="0"/>
              <a:t>5/14/2024</a:t>
            </a:fld>
            <a:endParaRPr lang="en-US" dirty="0"/>
          </a:p>
        </p:txBody>
      </p:sp>
      <p:sp>
        <p:nvSpPr>
          <p:cNvPr id="5" name="Slide Number Placeholder 4">
            <a:extLst>
              <a:ext uri="{FF2B5EF4-FFF2-40B4-BE49-F238E27FC236}">
                <a16:creationId xmlns:a16="http://schemas.microsoft.com/office/drawing/2014/main" id="{75482629-7204-46A9-B9FC-6EBDDDF0150F}"/>
              </a:ext>
            </a:extLst>
          </p:cNvPr>
          <p:cNvSpPr>
            <a:spLocks noGrp="1"/>
          </p:cNvSpPr>
          <p:nvPr>
            <p:ph type="sldNum" sz="quarter" idx="12"/>
          </p:nvPr>
        </p:nvSpPr>
        <p:spPr/>
        <p:txBody>
          <a:bodyPr/>
          <a:lstStyle/>
          <a:p>
            <a:fld id="{CC0149FD-98BB-4821-915B-09C9BFE4B727}" type="slidenum">
              <a:rPr lang="en-US" smtClean="0"/>
              <a:pPr/>
              <a:t>22</a:t>
            </a:fld>
            <a:endParaRPr lang="en-US" dirty="0"/>
          </a:p>
        </p:txBody>
      </p:sp>
      <p:sp>
        <p:nvSpPr>
          <p:cNvPr id="7" name="Title 2">
            <a:extLst>
              <a:ext uri="{FF2B5EF4-FFF2-40B4-BE49-F238E27FC236}">
                <a16:creationId xmlns:a16="http://schemas.microsoft.com/office/drawing/2014/main" id="{10DFB8EF-E9FC-4EC2-B97A-4A665461E90C}"/>
              </a:ext>
            </a:extLst>
          </p:cNvPr>
          <p:cNvSpPr txBox="1">
            <a:spLocks/>
          </p:cNvSpPr>
          <p:nvPr/>
        </p:nvSpPr>
        <p:spPr bwMode="auto">
          <a:xfrm>
            <a:off x="257504" y="716509"/>
            <a:ext cx="6637282" cy="628814"/>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lvl1pPr algn="l" rtl="0" eaLnBrk="0" fontAlgn="base" hangingPunct="0">
              <a:lnSpc>
                <a:spcPct val="90000"/>
              </a:lnSpc>
              <a:spcBef>
                <a:spcPct val="0"/>
              </a:spcBef>
              <a:spcAft>
                <a:spcPct val="0"/>
              </a:spcAft>
              <a:defRPr sz="4000" b="1"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lang="en-US" sz="4000"/>
              <a:t>Default Interface Methods</a:t>
            </a:r>
            <a:endParaRPr kumimoji="0" lang="en-IN" altLang="en-US" b="1" i="0" u="none" strike="noStrike" kern="1200" cap="none" spc="0" normalizeH="0" baseline="0" noProof="0">
              <a:ln>
                <a:noFill/>
              </a:ln>
              <a:solidFill>
                <a:sysClr val="windowText" lastClr="000000"/>
              </a:solidFill>
              <a:effectLst/>
              <a:uLnTx/>
              <a:uFillTx/>
              <a:ea typeface="+mj-ea"/>
              <a:cs typeface="+mj-cs"/>
            </a:endParaRPr>
          </a:p>
        </p:txBody>
      </p:sp>
      <p:pic>
        <p:nvPicPr>
          <p:cNvPr id="10" name="Picture 9">
            <a:extLst>
              <a:ext uri="{FF2B5EF4-FFF2-40B4-BE49-F238E27FC236}">
                <a16:creationId xmlns:a16="http://schemas.microsoft.com/office/drawing/2014/main" id="{232B8616-B6C6-4FC3-AA3E-FA5A9CEB6925}"/>
              </a:ext>
            </a:extLst>
          </p:cNvPr>
          <p:cNvPicPr>
            <a:picLocks noChangeAspect="1"/>
          </p:cNvPicPr>
          <p:nvPr/>
        </p:nvPicPr>
        <p:blipFill>
          <a:blip r:embed="rId3"/>
          <a:stretch>
            <a:fillRect/>
          </a:stretch>
        </p:blipFill>
        <p:spPr>
          <a:xfrm>
            <a:off x="838200" y="4627025"/>
            <a:ext cx="3551228" cy="1150720"/>
          </a:xfrm>
          <a:prstGeom prst="rect">
            <a:avLst/>
          </a:prstGeom>
        </p:spPr>
      </p:pic>
      <p:pic>
        <p:nvPicPr>
          <p:cNvPr id="15" name="Picture 14">
            <a:extLst>
              <a:ext uri="{FF2B5EF4-FFF2-40B4-BE49-F238E27FC236}">
                <a16:creationId xmlns:a16="http://schemas.microsoft.com/office/drawing/2014/main" id="{1A45259A-F301-465C-A89F-7A5A6AFAEFD9}"/>
              </a:ext>
            </a:extLst>
          </p:cNvPr>
          <p:cNvPicPr>
            <a:picLocks noChangeAspect="1"/>
          </p:cNvPicPr>
          <p:nvPr/>
        </p:nvPicPr>
        <p:blipFill>
          <a:blip r:embed="rId4"/>
          <a:stretch>
            <a:fillRect/>
          </a:stretch>
        </p:blipFill>
        <p:spPr>
          <a:xfrm>
            <a:off x="6842371" y="5013523"/>
            <a:ext cx="2264684" cy="1177277"/>
          </a:xfrm>
          <a:prstGeom prst="rect">
            <a:avLst/>
          </a:prstGeom>
        </p:spPr>
      </p:pic>
      <p:grpSp>
        <p:nvGrpSpPr>
          <p:cNvPr id="19" name="Group 18">
            <a:extLst>
              <a:ext uri="{FF2B5EF4-FFF2-40B4-BE49-F238E27FC236}">
                <a16:creationId xmlns:a16="http://schemas.microsoft.com/office/drawing/2014/main" id="{49079542-FE5D-46DD-B6C9-8B2F3B7617FD}"/>
              </a:ext>
            </a:extLst>
          </p:cNvPr>
          <p:cNvGrpSpPr/>
          <p:nvPr/>
        </p:nvGrpSpPr>
        <p:grpSpPr>
          <a:xfrm>
            <a:off x="6827162" y="1373031"/>
            <a:ext cx="3717797" cy="3034643"/>
            <a:chOff x="6827162" y="1373031"/>
            <a:chExt cx="3717797" cy="3034643"/>
          </a:xfrm>
        </p:grpSpPr>
        <p:pic>
          <p:nvPicPr>
            <p:cNvPr id="17" name="Picture 16">
              <a:extLst>
                <a:ext uri="{FF2B5EF4-FFF2-40B4-BE49-F238E27FC236}">
                  <a16:creationId xmlns:a16="http://schemas.microsoft.com/office/drawing/2014/main" id="{BC3B6E6E-0F38-4F4B-AA5C-715945051796}"/>
                </a:ext>
              </a:extLst>
            </p:cNvPr>
            <p:cNvPicPr>
              <a:picLocks noChangeAspect="1"/>
            </p:cNvPicPr>
            <p:nvPr/>
          </p:nvPicPr>
          <p:blipFill>
            <a:blip r:embed="rId5"/>
            <a:stretch>
              <a:fillRect/>
            </a:stretch>
          </p:blipFill>
          <p:spPr>
            <a:xfrm>
              <a:off x="6827162" y="1373031"/>
              <a:ext cx="3717796" cy="3034643"/>
            </a:xfrm>
            <a:prstGeom prst="rect">
              <a:avLst/>
            </a:prstGeom>
          </p:spPr>
        </p:pic>
        <p:sp>
          <p:nvSpPr>
            <p:cNvPr id="18" name="Rectangle 17">
              <a:extLst>
                <a:ext uri="{FF2B5EF4-FFF2-40B4-BE49-F238E27FC236}">
                  <a16:creationId xmlns:a16="http://schemas.microsoft.com/office/drawing/2014/main" id="{4638BA3B-8D93-4242-82AF-34D706517908}"/>
                </a:ext>
              </a:extLst>
            </p:cNvPr>
            <p:cNvSpPr/>
            <p:nvPr/>
          </p:nvSpPr>
          <p:spPr>
            <a:xfrm>
              <a:off x="7575937" y="2890352"/>
              <a:ext cx="2969022" cy="637939"/>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 name="Group 20">
            <a:extLst>
              <a:ext uri="{FF2B5EF4-FFF2-40B4-BE49-F238E27FC236}">
                <a16:creationId xmlns:a16="http://schemas.microsoft.com/office/drawing/2014/main" id="{E449563B-DDEB-40A0-B82B-4B10CE0142D6}"/>
              </a:ext>
            </a:extLst>
          </p:cNvPr>
          <p:cNvGrpSpPr/>
          <p:nvPr/>
        </p:nvGrpSpPr>
        <p:grpSpPr>
          <a:xfrm>
            <a:off x="903973" y="1345323"/>
            <a:ext cx="4563878" cy="3139531"/>
            <a:chOff x="903973" y="1345323"/>
            <a:chExt cx="4563878" cy="3139531"/>
          </a:xfrm>
        </p:grpSpPr>
        <p:pic>
          <p:nvPicPr>
            <p:cNvPr id="3" name="Picture 2">
              <a:extLst>
                <a:ext uri="{FF2B5EF4-FFF2-40B4-BE49-F238E27FC236}">
                  <a16:creationId xmlns:a16="http://schemas.microsoft.com/office/drawing/2014/main" id="{13941F44-1B07-48E6-8805-219E452B72AC}"/>
                </a:ext>
              </a:extLst>
            </p:cNvPr>
            <p:cNvPicPr>
              <a:picLocks noChangeAspect="1"/>
            </p:cNvPicPr>
            <p:nvPr/>
          </p:nvPicPr>
          <p:blipFill>
            <a:blip r:embed="rId6"/>
            <a:stretch>
              <a:fillRect/>
            </a:stretch>
          </p:blipFill>
          <p:spPr>
            <a:xfrm>
              <a:off x="903973" y="1345323"/>
              <a:ext cx="4563878" cy="3139531"/>
            </a:xfrm>
            <a:prstGeom prst="rect">
              <a:avLst/>
            </a:prstGeom>
          </p:spPr>
        </p:pic>
        <p:sp>
          <p:nvSpPr>
            <p:cNvPr id="20" name="Rectangle 19">
              <a:extLst>
                <a:ext uri="{FF2B5EF4-FFF2-40B4-BE49-F238E27FC236}">
                  <a16:creationId xmlns:a16="http://schemas.microsoft.com/office/drawing/2014/main" id="{D941D1B4-0AEE-4B3E-94A3-FB63207FFD3D}"/>
                </a:ext>
              </a:extLst>
            </p:cNvPr>
            <p:cNvSpPr/>
            <p:nvPr/>
          </p:nvSpPr>
          <p:spPr>
            <a:xfrm>
              <a:off x="1285972" y="1586823"/>
              <a:ext cx="4181879" cy="1331237"/>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8061861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72B94F4-FB9A-464B-957B-E0F9E1F1DB40}"/>
              </a:ext>
            </a:extLst>
          </p:cNvPr>
          <p:cNvSpPr>
            <a:spLocks noGrp="1"/>
          </p:cNvSpPr>
          <p:nvPr>
            <p:ph type="dt" sz="half" idx="10"/>
          </p:nvPr>
        </p:nvSpPr>
        <p:spPr/>
        <p:txBody>
          <a:bodyPr/>
          <a:lstStyle/>
          <a:p>
            <a:fld id="{5DCBE059-FAD7-45D8-8659-E6542D1E092D}" type="datetime1">
              <a:rPr lang="en-US" smtClean="0"/>
              <a:t>5/14/2024</a:t>
            </a:fld>
            <a:endParaRPr lang="en-US" dirty="0"/>
          </a:p>
        </p:txBody>
      </p:sp>
      <p:sp>
        <p:nvSpPr>
          <p:cNvPr id="5" name="Slide Number Placeholder 4">
            <a:extLst>
              <a:ext uri="{FF2B5EF4-FFF2-40B4-BE49-F238E27FC236}">
                <a16:creationId xmlns:a16="http://schemas.microsoft.com/office/drawing/2014/main" id="{D8803ACD-059E-4228-81BE-FC835328DD06}"/>
              </a:ext>
            </a:extLst>
          </p:cNvPr>
          <p:cNvSpPr>
            <a:spLocks noGrp="1"/>
          </p:cNvSpPr>
          <p:nvPr>
            <p:ph type="sldNum" sz="quarter" idx="12"/>
          </p:nvPr>
        </p:nvSpPr>
        <p:spPr/>
        <p:txBody>
          <a:bodyPr/>
          <a:lstStyle/>
          <a:p>
            <a:fld id="{CC0149FD-98BB-4821-915B-09C9BFE4B727}" type="slidenum">
              <a:rPr lang="en-US" smtClean="0"/>
              <a:pPr/>
              <a:t>23</a:t>
            </a:fld>
            <a:endParaRPr lang="en-US" dirty="0"/>
          </a:p>
        </p:txBody>
      </p:sp>
      <p:sp>
        <p:nvSpPr>
          <p:cNvPr id="8" name="Title 2">
            <a:extLst>
              <a:ext uri="{FF2B5EF4-FFF2-40B4-BE49-F238E27FC236}">
                <a16:creationId xmlns:a16="http://schemas.microsoft.com/office/drawing/2014/main" id="{74644D31-7A64-4F15-92DF-BF3A4C782ECB}"/>
              </a:ext>
            </a:extLst>
          </p:cNvPr>
          <p:cNvSpPr txBox="1">
            <a:spLocks/>
          </p:cNvSpPr>
          <p:nvPr/>
        </p:nvSpPr>
        <p:spPr bwMode="auto">
          <a:xfrm>
            <a:off x="257504" y="716509"/>
            <a:ext cx="6637282" cy="628814"/>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lvl1pPr algn="l" rtl="0" eaLnBrk="0" fontAlgn="base" hangingPunct="0">
              <a:lnSpc>
                <a:spcPct val="90000"/>
              </a:lnSpc>
              <a:spcBef>
                <a:spcPct val="0"/>
              </a:spcBef>
              <a:spcAft>
                <a:spcPct val="0"/>
              </a:spcAft>
              <a:defRPr sz="4000" b="1"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lang="en-US" sz="4000"/>
              <a:t>The </a:t>
            </a:r>
            <a:r>
              <a:rPr lang="en-US" sz="4000">
                <a:solidFill>
                  <a:srgbClr val="00B0F0"/>
                </a:solidFill>
              </a:rPr>
              <a:t>is</a:t>
            </a:r>
            <a:r>
              <a:rPr lang="en-US" sz="4000"/>
              <a:t> and </a:t>
            </a:r>
            <a:r>
              <a:rPr lang="en-US" sz="4000">
                <a:solidFill>
                  <a:srgbClr val="00B0F0"/>
                </a:solidFill>
              </a:rPr>
              <a:t>as</a:t>
            </a:r>
            <a:r>
              <a:rPr lang="en-US" sz="4000"/>
              <a:t> Operators  </a:t>
            </a:r>
            <a:endParaRPr kumimoji="0" lang="en-IN" altLang="en-US" b="1" i="0" u="none" strike="noStrike" kern="1200" cap="none" spc="0" normalizeH="0" baseline="0" noProof="0">
              <a:ln>
                <a:noFill/>
              </a:ln>
              <a:solidFill>
                <a:sysClr val="windowText" lastClr="000000"/>
              </a:solidFill>
              <a:effectLst/>
              <a:uLnTx/>
              <a:uFillTx/>
              <a:ea typeface="+mj-ea"/>
              <a:cs typeface="+mj-cs"/>
            </a:endParaRPr>
          </a:p>
        </p:txBody>
      </p:sp>
      <p:sp>
        <p:nvSpPr>
          <p:cNvPr id="10" name="TextBox 9">
            <a:extLst>
              <a:ext uri="{FF2B5EF4-FFF2-40B4-BE49-F238E27FC236}">
                <a16:creationId xmlns:a16="http://schemas.microsoft.com/office/drawing/2014/main" id="{CE17F670-3523-4630-97B8-22E352170347}"/>
              </a:ext>
            </a:extLst>
          </p:cNvPr>
          <p:cNvSpPr txBox="1"/>
          <p:nvPr/>
        </p:nvSpPr>
        <p:spPr>
          <a:xfrm>
            <a:off x="51390" y="1635464"/>
            <a:ext cx="12089219" cy="4555093"/>
          </a:xfrm>
          <a:prstGeom prst="rect">
            <a:avLst/>
          </a:prstGeom>
          <a:noFill/>
        </p:spPr>
        <p:txBody>
          <a:bodyPr wrap="square">
            <a:spAutoFit/>
          </a:bodyPr>
          <a:lstStyle/>
          <a:p>
            <a:pPr marL="342900" indent="-342900" algn="just">
              <a:spcBef>
                <a:spcPts val="600"/>
              </a:spcBef>
              <a:spcAft>
                <a:spcPts val="600"/>
              </a:spcAft>
              <a:buClr>
                <a:srgbClr val="973735"/>
              </a:buClr>
              <a:buSzPct val="50000"/>
              <a:buFont typeface="Wingdings" pitchFamily="2" charset="2"/>
              <a:buChar char="u"/>
              <a:defRPr/>
            </a:pPr>
            <a:r>
              <a:rPr lang="en-US" sz="2600"/>
              <a:t>The </a:t>
            </a:r>
            <a:r>
              <a:rPr lang="en-US" sz="2600" b="1"/>
              <a:t>is</a:t>
            </a:r>
            <a:r>
              <a:rPr lang="en-US" sz="2600"/>
              <a:t> operator is used to check if the run-time type of an object is compatible with the given type or not whereas as operator is used to perform conversion between compatible reference types or Nullable types</a:t>
            </a:r>
          </a:p>
          <a:p>
            <a:pPr marL="342900" indent="-342900" algn="just">
              <a:spcBef>
                <a:spcPts val="600"/>
              </a:spcBef>
              <a:spcAft>
                <a:spcPts val="600"/>
              </a:spcAft>
              <a:buClr>
                <a:srgbClr val="973735"/>
              </a:buClr>
              <a:buSzPct val="50000"/>
              <a:buFont typeface="Wingdings" pitchFamily="2" charset="2"/>
              <a:buChar char="u"/>
              <a:defRPr/>
            </a:pPr>
            <a:r>
              <a:rPr lang="en-US" sz="2600"/>
              <a:t>The </a:t>
            </a:r>
            <a:r>
              <a:rPr lang="en-US" sz="2600" b="1"/>
              <a:t>is</a:t>
            </a:r>
            <a:r>
              <a:rPr lang="en-US" sz="2600"/>
              <a:t> operator returns true if the given object is of the same type whereas as operator returns the object when they are compatible with the given type</a:t>
            </a:r>
          </a:p>
          <a:p>
            <a:pPr marL="342900" indent="-342900" algn="just">
              <a:spcBef>
                <a:spcPts val="600"/>
              </a:spcBef>
              <a:spcAft>
                <a:spcPts val="600"/>
              </a:spcAft>
              <a:buClr>
                <a:srgbClr val="973735"/>
              </a:buClr>
              <a:buSzPct val="50000"/>
              <a:buFont typeface="Wingdings" pitchFamily="2" charset="2"/>
              <a:buChar char="u"/>
              <a:defRPr/>
            </a:pPr>
            <a:r>
              <a:rPr lang="en-US" sz="2600"/>
              <a:t>The </a:t>
            </a:r>
            <a:r>
              <a:rPr lang="en-US" sz="2600" b="1"/>
              <a:t>is</a:t>
            </a:r>
            <a:r>
              <a:rPr lang="en-US" sz="2600"/>
              <a:t> operator returns false if the given object is not of the same type whereas </a:t>
            </a:r>
            <a:r>
              <a:rPr lang="en-US" sz="2600" b="1"/>
              <a:t>as</a:t>
            </a:r>
            <a:r>
              <a:rPr lang="en-US" sz="2600"/>
              <a:t> operator return null if the conversion is not possible</a:t>
            </a:r>
          </a:p>
          <a:p>
            <a:pPr marL="342900" indent="-342900" algn="just">
              <a:spcBef>
                <a:spcPts val="600"/>
              </a:spcBef>
              <a:spcAft>
                <a:spcPts val="600"/>
              </a:spcAft>
              <a:buClr>
                <a:srgbClr val="973735"/>
              </a:buClr>
              <a:buSzPct val="50000"/>
              <a:buFont typeface="Wingdings" pitchFamily="2" charset="2"/>
              <a:buChar char="u"/>
              <a:defRPr/>
            </a:pPr>
            <a:r>
              <a:rPr lang="en-US" sz="2600"/>
              <a:t>The </a:t>
            </a:r>
            <a:r>
              <a:rPr lang="en-US" sz="2600" b="1"/>
              <a:t>is</a:t>
            </a:r>
            <a:r>
              <a:rPr lang="en-US" sz="2600"/>
              <a:t> operator is used for only reference, boxing, and unboxing conversions whereas </a:t>
            </a:r>
            <a:r>
              <a:rPr lang="en-US" sz="2600" b="1"/>
              <a:t>as</a:t>
            </a:r>
            <a:r>
              <a:rPr lang="en-US" sz="2600"/>
              <a:t> operator is used only for nullable, reference and boxing conversions</a:t>
            </a:r>
            <a:endParaRPr lang="en-US" sz="2600" dirty="0"/>
          </a:p>
        </p:txBody>
      </p:sp>
    </p:spTree>
    <p:extLst>
      <p:ext uri="{BB962C8B-B14F-4D97-AF65-F5344CB8AC3E}">
        <p14:creationId xmlns:p14="http://schemas.microsoft.com/office/powerpoint/2010/main" val="30191140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C26270F-C87B-4E00-B48A-8133A1B789E9}"/>
              </a:ext>
            </a:extLst>
          </p:cNvPr>
          <p:cNvSpPr>
            <a:spLocks noGrp="1"/>
          </p:cNvSpPr>
          <p:nvPr>
            <p:ph type="dt" sz="half" idx="10"/>
          </p:nvPr>
        </p:nvSpPr>
        <p:spPr/>
        <p:txBody>
          <a:bodyPr/>
          <a:lstStyle/>
          <a:p>
            <a:fld id="{5DCBE059-FAD7-45D8-8659-E6542D1E092D}" type="datetime1">
              <a:rPr lang="en-US" smtClean="0"/>
              <a:t>5/14/2024</a:t>
            </a:fld>
            <a:endParaRPr lang="en-US" dirty="0"/>
          </a:p>
        </p:txBody>
      </p:sp>
      <p:sp>
        <p:nvSpPr>
          <p:cNvPr id="5" name="Slide Number Placeholder 4">
            <a:extLst>
              <a:ext uri="{FF2B5EF4-FFF2-40B4-BE49-F238E27FC236}">
                <a16:creationId xmlns:a16="http://schemas.microsoft.com/office/drawing/2014/main" id="{466ED39B-7E7F-4DB9-8D60-A89218EFA408}"/>
              </a:ext>
            </a:extLst>
          </p:cNvPr>
          <p:cNvSpPr>
            <a:spLocks noGrp="1"/>
          </p:cNvSpPr>
          <p:nvPr>
            <p:ph type="sldNum" sz="quarter" idx="12"/>
          </p:nvPr>
        </p:nvSpPr>
        <p:spPr/>
        <p:txBody>
          <a:bodyPr/>
          <a:lstStyle/>
          <a:p>
            <a:fld id="{CC0149FD-98BB-4821-915B-09C9BFE4B727}" type="slidenum">
              <a:rPr lang="en-US" smtClean="0"/>
              <a:pPr/>
              <a:t>24</a:t>
            </a:fld>
            <a:endParaRPr lang="en-US" dirty="0"/>
          </a:p>
        </p:txBody>
      </p:sp>
      <p:pic>
        <p:nvPicPr>
          <p:cNvPr id="7" name="Picture 6">
            <a:extLst>
              <a:ext uri="{FF2B5EF4-FFF2-40B4-BE49-F238E27FC236}">
                <a16:creationId xmlns:a16="http://schemas.microsoft.com/office/drawing/2014/main" id="{323A67C4-1608-4483-8A70-70A4DD4C0F7B}"/>
              </a:ext>
            </a:extLst>
          </p:cNvPr>
          <p:cNvPicPr>
            <a:picLocks noChangeAspect="1"/>
          </p:cNvPicPr>
          <p:nvPr/>
        </p:nvPicPr>
        <p:blipFill>
          <a:blip r:embed="rId2"/>
          <a:stretch>
            <a:fillRect/>
          </a:stretch>
        </p:blipFill>
        <p:spPr>
          <a:xfrm>
            <a:off x="0" y="1630959"/>
            <a:ext cx="4497572" cy="3840710"/>
          </a:xfrm>
          <a:prstGeom prst="rect">
            <a:avLst/>
          </a:prstGeom>
        </p:spPr>
      </p:pic>
      <p:sp>
        <p:nvSpPr>
          <p:cNvPr id="8" name="Title 2">
            <a:extLst>
              <a:ext uri="{FF2B5EF4-FFF2-40B4-BE49-F238E27FC236}">
                <a16:creationId xmlns:a16="http://schemas.microsoft.com/office/drawing/2014/main" id="{74F924C6-D7F4-47CE-8185-A47F072A9A48}"/>
              </a:ext>
            </a:extLst>
          </p:cNvPr>
          <p:cNvSpPr txBox="1">
            <a:spLocks/>
          </p:cNvSpPr>
          <p:nvPr/>
        </p:nvSpPr>
        <p:spPr bwMode="auto">
          <a:xfrm>
            <a:off x="257504" y="716509"/>
            <a:ext cx="6637282" cy="628814"/>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lvl1pPr algn="l" rtl="0" eaLnBrk="0" fontAlgn="base" hangingPunct="0">
              <a:lnSpc>
                <a:spcPct val="90000"/>
              </a:lnSpc>
              <a:spcBef>
                <a:spcPct val="0"/>
              </a:spcBef>
              <a:spcAft>
                <a:spcPct val="0"/>
              </a:spcAft>
              <a:defRPr sz="4000" b="1"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lang="en-US" sz="4000"/>
              <a:t>The </a:t>
            </a:r>
            <a:r>
              <a:rPr lang="en-US" sz="4000">
                <a:solidFill>
                  <a:srgbClr val="00B0F0"/>
                </a:solidFill>
              </a:rPr>
              <a:t>is</a:t>
            </a:r>
            <a:r>
              <a:rPr lang="en-US" sz="4000"/>
              <a:t> and </a:t>
            </a:r>
            <a:r>
              <a:rPr lang="en-US" sz="4000">
                <a:solidFill>
                  <a:srgbClr val="00B0F0"/>
                </a:solidFill>
              </a:rPr>
              <a:t>as</a:t>
            </a:r>
            <a:r>
              <a:rPr lang="en-US" sz="4000"/>
              <a:t> Operators  </a:t>
            </a:r>
            <a:endParaRPr kumimoji="0" lang="en-IN" altLang="en-US" b="1" i="0" u="none" strike="noStrike" kern="1200" cap="none" spc="0" normalizeH="0" baseline="0" noProof="0">
              <a:ln>
                <a:noFill/>
              </a:ln>
              <a:solidFill>
                <a:sysClr val="windowText" lastClr="000000"/>
              </a:solidFill>
              <a:effectLst/>
              <a:uLnTx/>
              <a:uFillTx/>
              <a:ea typeface="+mj-ea"/>
              <a:cs typeface="+mj-cs"/>
            </a:endParaRPr>
          </a:p>
        </p:txBody>
      </p:sp>
      <p:pic>
        <p:nvPicPr>
          <p:cNvPr id="10" name="Picture 9">
            <a:extLst>
              <a:ext uri="{FF2B5EF4-FFF2-40B4-BE49-F238E27FC236}">
                <a16:creationId xmlns:a16="http://schemas.microsoft.com/office/drawing/2014/main" id="{E4A43036-AA9F-45DB-91B8-D554FE577688}"/>
              </a:ext>
            </a:extLst>
          </p:cNvPr>
          <p:cNvPicPr>
            <a:picLocks noChangeAspect="1"/>
          </p:cNvPicPr>
          <p:nvPr/>
        </p:nvPicPr>
        <p:blipFill>
          <a:blip r:embed="rId3"/>
          <a:stretch>
            <a:fillRect/>
          </a:stretch>
        </p:blipFill>
        <p:spPr>
          <a:xfrm>
            <a:off x="4648957" y="1630959"/>
            <a:ext cx="7511144" cy="3365434"/>
          </a:xfrm>
          <a:prstGeom prst="rect">
            <a:avLst/>
          </a:prstGeom>
        </p:spPr>
      </p:pic>
      <p:pic>
        <p:nvPicPr>
          <p:cNvPr id="12" name="Picture 11">
            <a:extLst>
              <a:ext uri="{FF2B5EF4-FFF2-40B4-BE49-F238E27FC236}">
                <a16:creationId xmlns:a16="http://schemas.microsoft.com/office/drawing/2014/main" id="{8C7B16BA-4A2A-4050-A161-8498061D7B37}"/>
              </a:ext>
            </a:extLst>
          </p:cNvPr>
          <p:cNvPicPr>
            <a:picLocks noChangeAspect="1"/>
          </p:cNvPicPr>
          <p:nvPr/>
        </p:nvPicPr>
        <p:blipFill>
          <a:blip r:embed="rId4"/>
          <a:stretch>
            <a:fillRect/>
          </a:stretch>
        </p:blipFill>
        <p:spPr>
          <a:xfrm>
            <a:off x="6894786" y="5471669"/>
            <a:ext cx="3285430" cy="759010"/>
          </a:xfrm>
          <a:prstGeom prst="rect">
            <a:avLst/>
          </a:prstGeom>
        </p:spPr>
      </p:pic>
    </p:spTree>
    <p:extLst>
      <p:ext uri="{BB962C8B-B14F-4D97-AF65-F5344CB8AC3E}">
        <p14:creationId xmlns:p14="http://schemas.microsoft.com/office/powerpoint/2010/main" val="35606302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5D39F76-73CE-4174-BC34-4D5F55ED6C09}"/>
              </a:ext>
            </a:extLst>
          </p:cNvPr>
          <p:cNvSpPr>
            <a:spLocks noGrp="1"/>
          </p:cNvSpPr>
          <p:nvPr>
            <p:ph type="dt" sz="half" idx="10"/>
          </p:nvPr>
        </p:nvSpPr>
        <p:spPr/>
        <p:txBody>
          <a:bodyPr/>
          <a:lstStyle/>
          <a:p>
            <a:fld id="{5DCBE059-FAD7-45D8-8659-E6542D1E092D}" type="datetime1">
              <a:rPr lang="en-US" smtClean="0"/>
              <a:t>5/14/2024</a:t>
            </a:fld>
            <a:endParaRPr lang="en-US" dirty="0"/>
          </a:p>
        </p:txBody>
      </p:sp>
      <p:sp>
        <p:nvSpPr>
          <p:cNvPr id="5" name="Slide Number Placeholder 4">
            <a:extLst>
              <a:ext uri="{FF2B5EF4-FFF2-40B4-BE49-F238E27FC236}">
                <a16:creationId xmlns:a16="http://schemas.microsoft.com/office/drawing/2014/main" id="{75482629-7204-46A9-B9FC-6EBDDDF0150F}"/>
              </a:ext>
            </a:extLst>
          </p:cNvPr>
          <p:cNvSpPr>
            <a:spLocks noGrp="1"/>
          </p:cNvSpPr>
          <p:nvPr>
            <p:ph type="sldNum" sz="quarter" idx="12"/>
          </p:nvPr>
        </p:nvSpPr>
        <p:spPr/>
        <p:txBody>
          <a:bodyPr/>
          <a:lstStyle/>
          <a:p>
            <a:fld id="{CC0149FD-98BB-4821-915B-09C9BFE4B727}" type="slidenum">
              <a:rPr lang="en-US" smtClean="0"/>
              <a:pPr/>
              <a:t>25</a:t>
            </a:fld>
            <a:endParaRPr lang="en-US" dirty="0"/>
          </a:p>
        </p:txBody>
      </p:sp>
      <p:sp>
        <p:nvSpPr>
          <p:cNvPr id="7" name="Title 2">
            <a:extLst>
              <a:ext uri="{FF2B5EF4-FFF2-40B4-BE49-F238E27FC236}">
                <a16:creationId xmlns:a16="http://schemas.microsoft.com/office/drawing/2014/main" id="{10DFB8EF-E9FC-4EC2-B97A-4A665461E90C}"/>
              </a:ext>
            </a:extLst>
          </p:cNvPr>
          <p:cNvSpPr txBox="1">
            <a:spLocks/>
          </p:cNvSpPr>
          <p:nvPr/>
        </p:nvSpPr>
        <p:spPr bwMode="auto">
          <a:xfrm>
            <a:off x="257504" y="716509"/>
            <a:ext cx="5502166" cy="628814"/>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lvl1pPr algn="l" rtl="0" eaLnBrk="0" fontAlgn="base" hangingPunct="0">
              <a:lnSpc>
                <a:spcPct val="90000"/>
              </a:lnSpc>
              <a:spcBef>
                <a:spcPct val="0"/>
              </a:spcBef>
              <a:spcAft>
                <a:spcPct val="0"/>
              </a:spcAft>
              <a:defRPr sz="4000" b="1"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en-US" b="1" i="0" u="none" strike="noStrike" kern="1200" cap="none" spc="0" normalizeH="0" baseline="0" noProof="0">
                <a:ln>
                  <a:noFill/>
                </a:ln>
                <a:solidFill>
                  <a:sysClr val="windowText" lastClr="000000"/>
                </a:solidFill>
                <a:effectLst/>
                <a:uLnTx/>
                <a:uFillTx/>
                <a:ea typeface="+mj-ea"/>
                <a:cs typeface="+mj-cs"/>
              </a:rPr>
              <a:t>Static Constructor</a:t>
            </a:r>
            <a:endParaRPr kumimoji="0" lang="en-IN" altLang="en-US" b="1" i="0" u="none" strike="noStrike" kern="1200" cap="none" spc="0" normalizeH="0" baseline="0" noProof="0">
              <a:ln>
                <a:noFill/>
              </a:ln>
              <a:solidFill>
                <a:sysClr val="windowText" lastClr="000000"/>
              </a:solidFill>
              <a:effectLst/>
              <a:uLnTx/>
              <a:uFillTx/>
              <a:ea typeface="+mj-ea"/>
              <a:cs typeface="+mj-cs"/>
            </a:endParaRPr>
          </a:p>
        </p:txBody>
      </p:sp>
      <p:sp>
        <p:nvSpPr>
          <p:cNvPr id="10" name="TextBox 9">
            <a:extLst>
              <a:ext uri="{FF2B5EF4-FFF2-40B4-BE49-F238E27FC236}">
                <a16:creationId xmlns:a16="http://schemas.microsoft.com/office/drawing/2014/main" id="{BADE8F46-335B-4BFB-A340-AA71F3DF61D5}"/>
              </a:ext>
            </a:extLst>
          </p:cNvPr>
          <p:cNvSpPr txBox="1"/>
          <p:nvPr/>
        </p:nvSpPr>
        <p:spPr>
          <a:xfrm>
            <a:off x="-39217" y="1488265"/>
            <a:ext cx="6095607" cy="4668970"/>
          </a:xfrm>
          <a:prstGeom prst="rect">
            <a:avLst/>
          </a:prstGeom>
          <a:noFill/>
        </p:spPr>
        <p:txBody>
          <a:bodyPr wrap="square">
            <a:spAutoFit/>
          </a:bodyPr>
          <a:lstStyle/>
          <a:p>
            <a:pPr marL="342900" indent="-342900" algn="just">
              <a:lnSpc>
                <a:spcPct val="90000"/>
              </a:lnSpc>
              <a:spcBef>
                <a:spcPts val="600"/>
              </a:spcBef>
              <a:spcAft>
                <a:spcPts val="600"/>
              </a:spcAft>
              <a:buClr>
                <a:srgbClr val="973735"/>
              </a:buClr>
              <a:buSzPct val="50000"/>
              <a:buFont typeface="Wingdings" pitchFamily="2" charset="2"/>
              <a:buChar char="u"/>
              <a:defRPr/>
            </a:pPr>
            <a:r>
              <a:rPr lang="en-US" sz="2600"/>
              <a:t>Prevent static field to be reset</a:t>
            </a:r>
          </a:p>
          <a:p>
            <a:pPr marL="342900" indent="-342900" algn="just">
              <a:lnSpc>
                <a:spcPct val="90000"/>
              </a:lnSpc>
              <a:spcBef>
                <a:spcPts val="600"/>
              </a:spcBef>
              <a:spcAft>
                <a:spcPts val="600"/>
              </a:spcAft>
              <a:buClr>
                <a:srgbClr val="973735"/>
              </a:buClr>
              <a:buSzPct val="50000"/>
              <a:buFont typeface="Wingdings" pitchFamily="2" charset="2"/>
              <a:buChar char="u"/>
              <a:defRPr/>
            </a:pPr>
            <a:r>
              <a:rPr lang="en-US" sz="2600"/>
              <a:t>A given class (or structure) may define only a single static constructor</a:t>
            </a:r>
          </a:p>
          <a:p>
            <a:pPr marL="342900" indent="-342900" algn="just">
              <a:lnSpc>
                <a:spcPct val="90000"/>
              </a:lnSpc>
              <a:spcBef>
                <a:spcPts val="600"/>
              </a:spcBef>
              <a:spcAft>
                <a:spcPts val="600"/>
              </a:spcAft>
              <a:buClr>
                <a:srgbClr val="973735"/>
              </a:buClr>
              <a:buSzPct val="50000"/>
              <a:buFont typeface="Wingdings" pitchFamily="2" charset="2"/>
              <a:buChar char="u"/>
              <a:defRPr/>
            </a:pPr>
            <a:r>
              <a:rPr lang="en-US" sz="2600"/>
              <a:t>A static constructor executes exactly one time, regardless of how many objects of the type are created</a:t>
            </a:r>
          </a:p>
          <a:p>
            <a:pPr marL="342900" indent="-342900" algn="just">
              <a:lnSpc>
                <a:spcPct val="90000"/>
              </a:lnSpc>
              <a:spcBef>
                <a:spcPts val="600"/>
              </a:spcBef>
              <a:spcAft>
                <a:spcPts val="600"/>
              </a:spcAft>
              <a:buClr>
                <a:srgbClr val="973735"/>
              </a:buClr>
              <a:buSzPct val="50000"/>
              <a:buFont typeface="Wingdings" pitchFamily="2" charset="2"/>
              <a:buChar char="u"/>
              <a:defRPr/>
            </a:pPr>
            <a:r>
              <a:rPr lang="en-US" sz="2600"/>
              <a:t>A static constructor does not take an access modifier and cannot take any parameters</a:t>
            </a:r>
          </a:p>
          <a:p>
            <a:pPr marL="342900" indent="-342900" algn="just">
              <a:lnSpc>
                <a:spcPct val="90000"/>
              </a:lnSpc>
              <a:spcBef>
                <a:spcPts val="600"/>
              </a:spcBef>
              <a:spcAft>
                <a:spcPts val="600"/>
              </a:spcAft>
              <a:buClr>
                <a:srgbClr val="973735"/>
              </a:buClr>
              <a:buSzPct val="50000"/>
              <a:buFont typeface="Wingdings" pitchFamily="2" charset="2"/>
              <a:buChar char="u"/>
              <a:defRPr/>
            </a:pPr>
            <a:r>
              <a:rPr lang="en-US" sz="2600"/>
              <a:t>The static constructor executes before any instance-level constructors</a:t>
            </a:r>
          </a:p>
        </p:txBody>
      </p:sp>
      <p:pic>
        <p:nvPicPr>
          <p:cNvPr id="12" name="Picture 11">
            <a:extLst>
              <a:ext uri="{FF2B5EF4-FFF2-40B4-BE49-F238E27FC236}">
                <a16:creationId xmlns:a16="http://schemas.microsoft.com/office/drawing/2014/main" id="{42CBC381-8555-4783-B90B-3ED30BBC4E9F}"/>
              </a:ext>
            </a:extLst>
          </p:cNvPr>
          <p:cNvPicPr>
            <a:picLocks noChangeAspect="1"/>
          </p:cNvPicPr>
          <p:nvPr/>
        </p:nvPicPr>
        <p:blipFill>
          <a:blip r:embed="rId3"/>
          <a:stretch>
            <a:fillRect/>
          </a:stretch>
        </p:blipFill>
        <p:spPr>
          <a:xfrm>
            <a:off x="6056390" y="1488265"/>
            <a:ext cx="6095607" cy="4552317"/>
          </a:xfrm>
          <a:prstGeom prst="rect">
            <a:avLst/>
          </a:prstGeom>
        </p:spPr>
      </p:pic>
    </p:spTree>
    <p:extLst>
      <p:ext uri="{BB962C8B-B14F-4D97-AF65-F5344CB8AC3E}">
        <p14:creationId xmlns:p14="http://schemas.microsoft.com/office/powerpoint/2010/main" val="24204700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5D39F76-73CE-4174-BC34-4D5F55ED6C09}"/>
              </a:ext>
            </a:extLst>
          </p:cNvPr>
          <p:cNvSpPr>
            <a:spLocks noGrp="1"/>
          </p:cNvSpPr>
          <p:nvPr>
            <p:ph type="dt" sz="half" idx="10"/>
          </p:nvPr>
        </p:nvSpPr>
        <p:spPr/>
        <p:txBody>
          <a:bodyPr/>
          <a:lstStyle/>
          <a:p>
            <a:fld id="{5DCBE059-FAD7-45D8-8659-E6542D1E092D}" type="datetime1">
              <a:rPr lang="en-US" smtClean="0"/>
              <a:t>5/14/2024</a:t>
            </a:fld>
            <a:endParaRPr lang="en-US" dirty="0"/>
          </a:p>
        </p:txBody>
      </p:sp>
      <p:sp>
        <p:nvSpPr>
          <p:cNvPr id="5" name="Slide Number Placeholder 4">
            <a:extLst>
              <a:ext uri="{FF2B5EF4-FFF2-40B4-BE49-F238E27FC236}">
                <a16:creationId xmlns:a16="http://schemas.microsoft.com/office/drawing/2014/main" id="{75482629-7204-46A9-B9FC-6EBDDDF0150F}"/>
              </a:ext>
            </a:extLst>
          </p:cNvPr>
          <p:cNvSpPr>
            <a:spLocks noGrp="1"/>
          </p:cNvSpPr>
          <p:nvPr>
            <p:ph type="sldNum" sz="quarter" idx="12"/>
          </p:nvPr>
        </p:nvSpPr>
        <p:spPr/>
        <p:txBody>
          <a:bodyPr/>
          <a:lstStyle/>
          <a:p>
            <a:fld id="{CC0149FD-98BB-4821-915B-09C9BFE4B727}" type="slidenum">
              <a:rPr lang="en-US" smtClean="0"/>
              <a:pPr/>
              <a:t>26</a:t>
            </a:fld>
            <a:endParaRPr lang="en-US" dirty="0"/>
          </a:p>
        </p:txBody>
      </p:sp>
      <p:sp>
        <p:nvSpPr>
          <p:cNvPr id="7" name="Title 2">
            <a:extLst>
              <a:ext uri="{FF2B5EF4-FFF2-40B4-BE49-F238E27FC236}">
                <a16:creationId xmlns:a16="http://schemas.microsoft.com/office/drawing/2014/main" id="{10DFB8EF-E9FC-4EC2-B97A-4A665461E90C}"/>
              </a:ext>
            </a:extLst>
          </p:cNvPr>
          <p:cNvSpPr txBox="1">
            <a:spLocks/>
          </p:cNvSpPr>
          <p:nvPr/>
        </p:nvSpPr>
        <p:spPr bwMode="auto">
          <a:xfrm>
            <a:off x="257504" y="716509"/>
            <a:ext cx="5502166" cy="628814"/>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lvl1pPr algn="l" rtl="0" eaLnBrk="0" fontAlgn="base" hangingPunct="0">
              <a:lnSpc>
                <a:spcPct val="90000"/>
              </a:lnSpc>
              <a:spcBef>
                <a:spcPct val="0"/>
              </a:spcBef>
              <a:spcAft>
                <a:spcPct val="0"/>
              </a:spcAft>
              <a:defRPr sz="4000" b="1"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en-US" b="1" i="0" u="none" strike="noStrike" kern="1200" cap="none" spc="0" normalizeH="0" baseline="0" noProof="0">
                <a:ln>
                  <a:noFill/>
                </a:ln>
                <a:solidFill>
                  <a:sysClr val="windowText" lastClr="000000"/>
                </a:solidFill>
                <a:effectLst/>
                <a:uLnTx/>
                <a:uFillTx/>
                <a:ea typeface="+mj-ea"/>
                <a:cs typeface="+mj-cs"/>
              </a:rPr>
              <a:t>Static Class</a:t>
            </a:r>
            <a:endParaRPr kumimoji="0" lang="en-IN" altLang="en-US" b="1" i="0" u="none" strike="noStrike" kern="1200" cap="none" spc="0" normalizeH="0" baseline="0" noProof="0">
              <a:ln>
                <a:noFill/>
              </a:ln>
              <a:solidFill>
                <a:sysClr val="windowText" lastClr="000000"/>
              </a:solidFill>
              <a:effectLst/>
              <a:uLnTx/>
              <a:uFillTx/>
              <a:ea typeface="+mj-ea"/>
              <a:cs typeface="+mj-cs"/>
            </a:endParaRPr>
          </a:p>
        </p:txBody>
      </p:sp>
      <p:sp>
        <p:nvSpPr>
          <p:cNvPr id="6" name="TextBox 5">
            <a:extLst>
              <a:ext uri="{FF2B5EF4-FFF2-40B4-BE49-F238E27FC236}">
                <a16:creationId xmlns:a16="http://schemas.microsoft.com/office/drawing/2014/main" id="{F6AFC9F7-57D5-4A8B-8867-E9132E618734}"/>
              </a:ext>
            </a:extLst>
          </p:cNvPr>
          <p:cNvSpPr txBox="1"/>
          <p:nvPr/>
        </p:nvSpPr>
        <p:spPr>
          <a:xfrm>
            <a:off x="0" y="1345323"/>
            <a:ext cx="11803117" cy="5827493"/>
          </a:xfrm>
          <a:prstGeom prst="rect">
            <a:avLst/>
          </a:prstGeom>
          <a:noFill/>
        </p:spPr>
        <p:txBody>
          <a:bodyPr wrap="square">
            <a:spAutoFit/>
          </a:bodyPr>
          <a:lstStyle/>
          <a:p>
            <a:pPr marL="342900" indent="-342900" algn="just">
              <a:lnSpc>
                <a:spcPct val="150000"/>
              </a:lnSpc>
              <a:spcBef>
                <a:spcPts val="600"/>
              </a:spcBef>
              <a:spcAft>
                <a:spcPts val="600"/>
              </a:spcAft>
              <a:buClr>
                <a:srgbClr val="973735"/>
              </a:buClr>
              <a:buSzPct val="50000"/>
              <a:buFont typeface="Wingdings" pitchFamily="2" charset="2"/>
              <a:buChar char="u"/>
              <a:defRPr/>
            </a:pPr>
            <a:r>
              <a:rPr lang="en-US" sz="2600"/>
              <a:t>Classes that cannot be instantiated or inherited are known as classes and the static keyword is used before the class name that consists of static data members and static methods</a:t>
            </a:r>
          </a:p>
          <a:p>
            <a:pPr marL="342900" indent="-342900" algn="just">
              <a:lnSpc>
                <a:spcPct val="150000"/>
              </a:lnSpc>
              <a:spcBef>
                <a:spcPts val="600"/>
              </a:spcBef>
              <a:spcAft>
                <a:spcPts val="600"/>
              </a:spcAft>
              <a:buClr>
                <a:srgbClr val="973735"/>
              </a:buClr>
              <a:buSzPct val="50000"/>
              <a:buFont typeface="Wingdings" pitchFamily="2" charset="2"/>
              <a:buChar char="u"/>
              <a:defRPr/>
            </a:pPr>
            <a:r>
              <a:rPr lang="en-US" sz="2600"/>
              <a:t>It is not possible to create an instance of a static class using the </a:t>
            </a:r>
            <a:r>
              <a:rPr lang="en-US" sz="2600">
                <a:solidFill>
                  <a:srgbClr val="0070C0"/>
                </a:solidFill>
              </a:rPr>
              <a:t>new</a:t>
            </a:r>
            <a:r>
              <a:rPr lang="en-US" sz="2600"/>
              <a:t> keyword. The main features of static classes are as follows:</a:t>
            </a:r>
          </a:p>
          <a:p>
            <a:pPr marL="461963" marR="13335" lvl="1" indent="-230188" algn="just">
              <a:lnSpc>
                <a:spcPct val="150000"/>
              </a:lnSpc>
              <a:spcBef>
                <a:spcPts val="600"/>
              </a:spcBef>
              <a:spcAft>
                <a:spcPts val="600"/>
              </a:spcAft>
              <a:buClr>
                <a:srgbClr val="C00000"/>
              </a:buClr>
              <a:buSzPct val="70000"/>
              <a:buFont typeface="Wingdings" panose="05000000000000000000" pitchFamily="2" charset="2"/>
              <a:buChar char="§"/>
              <a:tabLst>
                <a:tab pos="346075" algn="l"/>
                <a:tab pos="461963" algn="l"/>
              </a:tabLst>
              <a:defRPr/>
            </a:pPr>
            <a:r>
              <a:rPr lang="en-US" sz="2300">
                <a:latin typeface="+mj-lt"/>
              </a:rPr>
              <a:t>They can only contain static members</a:t>
            </a:r>
          </a:p>
          <a:p>
            <a:pPr marL="461963" marR="13335" lvl="1" indent="-230188" algn="just">
              <a:lnSpc>
                <a:spcPct val="150000"/>
              </a:lnSpc>
              <a:spcBef>
                <a:spcPts val="600"/>
              </a:spcBef>
              <a:spcAft>
                <a:spcPts val="600"/>
              </a:spcAft>
              <a:buClr>
                <a:srgbClr val="C00000"/>
              </a:buClr>
              <a:buSzPct val="70000"/>
              <a:buFont typeface="Wingdings" panose="05000000000000000000" pitchFamily="2" charset="2"/>
              <a:buChar char="§"/>
              <a:tabLst>
                <a:tab pos="346075" algn="l"/>
                <a:tab pos="461963" algn="l"/>
              </a:tabLst>
              <a:defRPr/>
            </a:pPr>
            <a:r>
              <a:rPr lang="en-US" sz="2300">
                <a:latin typeface="+mj-lt"/>
              </a:rPr>
              <a:t>They cannot be instantiated or inherited and cannot contain instance constructors However, the developer can create static constructors to initialize the static members</a:t>
            </a:r>
          </a:p>
          <a:p>
            <a:pPr marL="342900" indent="-342900" algn="just">
              <a:lnSpc>
                <a:spcPct val="150000"/>
              </a:lnSpc>
              <a:spcBef>
                <a:spcPts val="600"/>
              </a:spcBef>
              <a:spcAft>
                <a:spcPts val="600"/>
              </a:spcAft>
              <a:buClr>
                <a:srgbClr val="973735"/>
              </a:buClr>
              <a:buSzPct val="50000"/>
              <a:buFont typeface="Wingdings" pitchFamily="2" charset="2"/>
              <a:buChar char="u"/>
              <a:defRPr/>
            </a:pPr>
            <a:endParaRPr lang="en-US" sz="2600"/>
          </a:p>
        </p:txBody>
      </p:sp>
    </p:spTree>
    <p:extLst>
      <p:ext uri="{BB962C8B-B14F-4D97-AF65-F5344CB8AC3E}">
        <p14:creationId xmlns:p14="http://schemas.microsoft.com/office/powerpoint/2010/main" val="42853013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5D39F76-73CE-4174-BC34-4D5F55ED6C09}"/>
              </a:ext>
            </a:extLst>
          </p:cNvPr>
          <p:cNvSpPr>
            <a:spLocks noGrp="1"/>
          </p:cNvSpPr>
          <p:nvPr>
            <p:ph type="dt" sz="half" idx="10"/>
          </p:nvPr>
        </p:nvSpPr>
        <p:spPr/>
        <p:txBody>
          <a:bodyPr/>
          <a:lstStyle/>
          <a:p>
            <a:fld id="{5DCBE059-FAD7-45D8-8659-E6542D1E092D}" type="datetime1">
              <a:rPr lang="en-US" smtClean="0"/>
              <a:t>5/14/2024</a:t>
            </a:fld>
            <a:endParaRPr lang="en-US" dirty="0"/>
          </a:p>
        </p:txBody>
      </p:sp>
      <p:sp>
        <p:nvSpPr>
          <p:cNvPr id="5" name="Slide Number Placeholder 4">
            <a:extLst>
              <a:ext uri="{FF2B5EF4-FFF2-40B4-BE49-F238E27FC236}">
                <a16:creationId xmlns:a16="http://schemas.microsoft.com/office/drawing/2014/main" id="{75482629-7204-46A9-B9FC-6EBDDDF0150F}"/>
              </a:ext>
            </a:extLst>
          </p:cNvPr>
          <p:cNvSpPr>
            <a:spLocks noGrp="1"/>
          </p:cNvSpPr>
          <p:nvPr>
            <p:ph type="sldNum" sz="quarter" idx="12"/>
          </p:nvPr>
        </p:nvSpPr>
        <p:spPr/>
        <p:txBody>
          <a:bodyPr/>
          <a:lstStyle/>
          <a:p>
            <a:fld id="{CC0149FD-98BB-4821-915B-09C9BFE4B727}" type="slidenum">
              <a:rPr lang="en-US" smtClean="0"/>
              <a:pPr/>
              <a:t>27</a:t>
            </a:fld>
            <a:endParaRPr lang="en-US" dirty="0"/>
          </a:p>
        </p:txBody>
      </p:sp>
      <p:sp>
        <p:nvSpPr>
          <p:cNvPr id="7" name="Title 2">
            <a:extLst>
              <a:ext uri="{FF2B5EF4-FFF2-40B4-BE49-F238E27FC236}">
                <a16:creationId xmlns:a16="http://schemas.microsoft.com/office/drawing/2014/main" id="{10DFB8EF-E9FC-4EC2-B97A-4A665461E90C}"/>
              </a:ext>
            </a:extLst>
          </p:cNvPr>
          <p:cNvSpPr txBox="1">
            <a:spLocks/>
          </p:cNvSpPr>
          <p:nvPr/>
        </p:nvSpPr>
        <p:spPr bwMode="auto">
          <a:xfrm>
            <a:off x="257504" y="716509"/>
            <a:ext cx="5502166" cy="628814"/>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lvl1pPr algn="l" rtl="0" eaLnBrk="0" fontAlgn="base" hangingPunct="0">
              <a:lnSpc>
                <a:spcPct val="90000"/>
              </a:lnSpc>
              <a:spcBef>
                <a:spcPct val="0"/>
              </a:spcBef>
              <a:spcAft>
                <a:spcPct val="0"/>
              </a:spcAft>
              <a:defRPr sz="4000" b="1"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en-US" b="1" i="0" u="none" strike="noStrike" kern="1200" cap="none" spc="0" normalizeH="0" baseline="0" noProof="0">
                <a:ln>
                  <a:noFill/>
                </a:ln>
                <a:solidFill>
                  <a:sysClr val="windowText" lastClr="000000"/>
                </a:solidFill>
                <a:effectLst/>
                <a:uLnTx/>
                <a:uFillTx/>
                <a:ea typeface="+mj-ea"/>
                <a:cs typeface="+mj-cs"/>
              </a:rPr>
              <a:t>Static Class</a:t>
            </a:r>
            <a:endParaRPr kumimoji="0" lang="en-IN" altLang="en-US" b="1" i="0" u="none" strike="noStrike" kern="1200" cap="none" spc="0" normalizeH="0" baseline="0" noProof="0">
              <a:ln>
                <a:noFill/>
              </a:ln>
              <a:solidFill>
                <a:sysClr val="windowText" lastClr="000000"/>
              </a:solidFill>
              <a:effectLst/>
              <a:uLnTx/>
              <a:uFillTx/>
              <a:ea typeface="+mj-ea"/>
              <a:cs typeface="+mj-cs"/>
            </a:endParaRPr>
          </a:p>
        </p:txBody>
      </p:sp>
      <p:grpSp>
        <p:nvGrpSpPr>
          <p:cNvPr id="6" name="Group 5">
            <a:extLst>
              <a:ext uri="{FF2B5EF4-FFF2-40B4-BE49-F238E27FC236}">
                <a16:creationId xmlns:a16="http://schemas.microsoft.com/office/drawing/2014/main" id="{F94BC85B-265D-4DFA-AB3F-1D237B831E58}"/>
              </a:ext>
            </a:extLst>
          </p:cNvPr>
          <p:cNvGrpSpPr/>
          <p:nvPr/>
        </p:nvGrpSpPr>
        <p:grpSpPr>
          <a:xfrm>
            <a:off x="1652011" y="1799958"/>
            <a:ext cx="9131602" cy="4341533"/>
            <a:chOff x="838200" y="3657600"/>
            <a:chExt cx="5638800" cy="2906613"/>
          </a:xfrm>
        </p:grpSpPr>
        <p:pic>
          <p:nvPicPr>
            <p:cNvPr id="8" name="Picture 7" descr="static_class.png">
              <a:extLst>
                <a:ext uri="{FF2B5EF4-FFF2-40B4-BE49-F238E27FC236}">
                  <a16:creationId xmlns:a16="http://schemas.microsoft.com/office/drawing/2014/main" id="{6D4B9BBD-C5C5-409B-9280-5EC65AC796B9}"/>
                </a:ext>
              </a:extLst>
            </p:cNvPr>
            <p:cNvPicPr>
              <a:picLocks noChangeAspect="1"/>
            </p:cNvPicPr>
            <p:nvPr/>
          </p:nvPicPr>
          <p:blipFill>
            <a:blip r:embed="rId3"/>
            <a:stretch>
              <a:fillRect/>
            </a:stretch>
          </p:blipFill>
          <p:spPr>
            <a:xfrm>
              <a:off x="838200" y="3657600"/>
              <a:ext cx="5334000" cy="290661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9" name="Rectangle 8">
              <a:extLst>
                <a:ext uri="{FF2B5EF4-FFF2-40B4-BE49-F238E27FC236}">
                  <a16:creationId xmlns:a16="http://schemas.microsoft.com/office/drawing/2014/main" id="{881A04CA-36DD-4BB4-A563-B91AB45DEE1E}"/>
                </a:ext>
              </a:extLst>
            </p:cNvPr>
            <p:cNvSpPr/>
            <p:nvPr/>
          </p:nvSpPr>
          <p:spPr>
            <a:xfrm>
              <a:off x="1524000" y="5943600"/>
              <a:ext cx="2362200" cy="3048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ED2C92DD-47F1-407C-8D3A-97144EBA3AF4}"/>
                </a:ext>
              </a:extLst>
            </p:cNvPr>
            <p:cNvSpPr/>
            <p:nvPr/>
          </p:nvSpPr>
          <p:spPr>
            <a:xfrm>
              <a:off x="4038600" y="5334000"/>
              <a:ext cx="2438400" cy="838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rial" pitchFamily="34" charset="0"/>
                  <a:cs typeface="Arial" pitchFamily="34" charset="0"/>
                </a:rPr>
                <a:t>No instance created</a:t>
              </a:r>
            </a:p>
          </p:txBody>
        </p:sp>
        <p:cxnSp>
          <p:nvCxnSpPr>
            <p:cNvPr id="11" name="Straight Arrow Connector 10">
              <a:extLst>
                <a:ext uri="{FF2B5EF4-FFF2-40B4-BE49-F238E27FC236}">
                  <a16:creationId xmlns:a16="http://schemas.microsoft.com/office/drawing/2014/main" id="{0DF4AD17-5A23-4956-B920-367B72E1F3E9}"/>
                </a:ext>
              </a:extLst>
            </p:cNvPr>
            <p:cNvCxnSpPr>
              <a:cxnSpLocks/>
              <a:stCxn id="10" idx="3"/>
              <a:endCxn id="9" idx="3"/>
            </p:cNvCxnSpPr>
            <p:nvPr/>
          </p:nvCxnSpPr>
          <p:spPr>
            <a:xfrm rot="5400000">
              <a:off x="4117673" y="5817976"/>
              <a:ext cx="46551" cy="50949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8436321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5D39F76-73CE-4174-BC34-4D5F55ED6C09}"/>
              </a:ext>
            </a:extLst>
          </p:cNvPr>
          <p:cNvSpPr>
            <a:spLocks noGrp="1"/>
          </p:cNvSpPr>
          <p:nvPr>
            <p:ph type="dt" sz="half" idx="10"/>
          </p:nvPr>
        </p:nvSpPr>
        <p:spPr/>
        <p:txBody>
          <a:bodyPr/>
          <a:lstStyle/>
          <a:p>
            <a:fld id="{5DCBE059-FAD7-45D8-8659-E6542D1E092D}" type="datetime1">
              <a:rPr lang="en-US" smtClean="0"/>
              <a:t>5/14/2024</a:t>
            </a:fld>
            <a:endParaRPr lang="en-US" dirty="0"/>
          </a:p>
        </p:txBody>
      </p:sp>
      <p:sp>
        <p:nvSpPr>
          <p:cNvPr id="5" name="Slide Number Placeholder 4">
            <a:extLst>
              <a:ext uri="{FF2B5EF4-FFF2-40B4-BE49-F238E27FC236}">
                <a16:creationId xmlns:a16="http://schemas.microsoft.com/office/drawing/2014/main" id="{75482629-7204-46A9-B9FC-6EBDDDF0150F}"/>
              </a:ext>
            </a:extLst>
          </p:cNvPr>
          <p:cNvSpPr>
            <a:spLocks noGrp="1"/>
          </p:cNvSpPr>
          <p:nvPr>
            <p:ph type="sldNum" sz="quarter" idx="12"/>
          </p:nvPr>
        </p:nvSpPr>
        <p:spPr/>
        <p:txBody>
          <a:bodyPr/>
          <a:lstStyle/>
          <a:p>
            <a:fld id="{CC0149FD-98BB-4821-915B-09C9BFE4B727}" type="slidenum">
              <a:rPr lang="en-US" smtClean="0"/>
              <a:pPr/>
              <a:t>28</a:t>
            </a:fld>
            <a:endParaRPr lang="en-US" dirty="0"/>
          </a:p>
        </p:txBody>
      </p:sp>
      <p:sp>
        <p:nvSpPr>
          <p:cNvPr id="7" name="Title 2">
            <a:extLst>
              <a:ext uri="{FF2B5EF4-FFF2-40B4-BE49-F238E27FC236}">
                <a16:creationId xmlns:a16="http://schemas.microsoft.com/office/drawing/2014/main" id="{10DFB8EF-E9FC-4EC2-B97A-4A665461E90C}"/>
              </a:ext>
            </a:extLst>
          </p:cNvPr>
          <p:cNvSpPr txBox="1">
            <a:spLocks/>
          </p:cNvSpPr>
          <p:nvPr/>
        </p:nvSpPr>
        <p:spPr bwMode="auto">
          <a:xfrm>
            <a:off x="257504" y="716509"/>
            <a:ext cx="5502166" cy="628814"/>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lvl1pPr algn="l" rtl="0" eaLnBrk="0" fontAlgn="base" hangingPunct="0">
              <a:lnSpc>
                <a:spcPct val="90000"/>
              </a:lnSpc>
              <a:spcBef>
                <a:spcPct val="0"/>
              </a:spcBef>
              <a:spcAft>
                <a:spcPct val="0"/>
              </a:spcAft>
              <a:defRPr sz="4000" b="1"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en-US" b="1" i="0" u="none" strike="noStrike" kern="1200" cap="none" spc="0" normalizeH="0" baseline="0" noProof="0">
                <a:ln>
                  <a:noFill/>
                </a:ln>
                <a:solidFill>
                  <a:sysClr val="windowText" lastClr="000000"/>
                </a:solidFill>
                <a:effectLst/>
                <a:uLnTx/>
                <a:uFillTx/>
                <a:ea typeface="+mj-ea"/>
                <a:cs typeface="+mj-cs"/>
              </a:rPr>
              <a:t>Extension Method</a:t>
            </a:r>
            <a:endParaRPr kumimoji="0" lang="en-IN" altLang="en-US" b="1" i="0" u="none" strike="noStrike" kern="1200" cap="none" spc="0" normalizeH="0" baseline="0" noProof="0">
              <a:ln>
                <a:noFill/>
              </a:ln>
              <a:solidFill>
                <a:sysClr val="windowText" lastClr="000000"/>
              </a:solidFill>
              <a:effectLst/>
              <a:uLnTx/>
              <a:uFillTx/>
              <a:ea typeface="+mj-ea"/>
              <a:cs typeface="+mj-cs"/>
            </a:endParaRPr>
          </a:p>
        </p:txBody>
      </p:sp>
      <p:sp>
        <p:nvSpPr>
          <p:cNvPr id="9" name="TextBox 8">
            <a:extLst>
              <a:ext uri="{FF2B5EF4-FFF2-40B4-BE49-F238E27FC236}">
                <a16:creationId xmlns:a16="http://schemas.microsoft.com/office/drawing/2014/main" id="{21EB5A85-C225-4200-895B-6218A999B268}"/>
              </a:ext>
            </a:extLst>
          </p:cNvPr>
          <p:cNvSpPr txBox="1"/>
          <p:nvPr/>
        </p:nvSpPr>
        <p:spPr>
          <a:xfrm>
            <a:off x="257504" y="1523392"/>
            <a:ext cx="11676992" cy="4708981"/>
          </a:xfrm>
          <a:prstGeom prst="rect">
            <a:avLst/>
          </a:prstGeom>
          <a:noFill/>
        </p:spPr>
        <p:txBody>
          <a:bodyPr wrap="square">
            <a:spAutoFit/>
          </a:bodyPr>
          <a:lstStyle/>
          <a:p>
            <a:pPr marL="342900" indent="-342900" algn="just">
              <a:spcBef>
                <a:spcPts val="600"/>
              </a:spcBef>
              <a:spcAft>
                <a:spcPts val="600"/>
              </a:spcAft>
              <a:buClr>
                <a:srgbClr val="973735"/>
              </a:buClr>
              <a:buSzPct val="50000"/>
              <a:buFont typeface="Wingdings" pitchFamily="2" charset="2"/>
              <a:buChar char="u"/>
              <a:defRPr/>
            </a:pPr>
            <a:r>
              <a:rPr lang="en-US" sz="2600"/>
              <a:t>Extension methods allow us to extend an existing type with new functionality without directly modifying those types</a:t>
            </a:r>
          </a:p>
          <a:p>
            <a:pPr marL="342900" indent="-342900" algn="just">
              <a:spcBef>
                <a:spcPts val="600"/>
              </a:spcBef>
              <a:spcAft>
                <a:spcPts val="600"/>
              </a:spcAft>
              <a:buClr>
                <a:srgbClr val="973735"/>
              </a:buClr>
              <a:buSzPct val="50000"/>
              <a:buFont typeface="Wingdings" pitchFamily="2" charset="2"/>
              <a:buChar char="u"/>
              <a:defRPr/>
            </a:pPr>
            <a:r>
              <a:rPr lang="en-US" sz="2600"/>
              <a:t>Extension methods are static methods that have to be declared in a static class</a:t>
            </a:r>
          </a:p>
          <a:p>
            <a:pPr marL="342900" indent="-342900" algn="just">
              <a:spcBef>
                <a:spcPts val="600"/>
              </a:spcBef>
              <a:spcAft>
                <a:spcPts val="600"/>
              </a:spcAft>
              <a:buClr>
                <a:srgbClr val="973735"/>
              </a:buClr>
              <a:buSzPct val="50000"/>
              <a:buFont typeface="Wingdings" pitchFamily="2" charset="2"/>
              <a:buChar char="u"/>
              <a:defRPr/>
            </a:pPr>
            <a:r>
              <a:rPr lang="en-US" sz="2600"/>
              <a:t>We can declare an extension method by specifying the first parameter with the </a:t>
            </a:r>
            <a:r>
              <a:rPr lang="en-US" sz="2600">
                <a:solidFill>
                  <a:srgbClr val="0070C0"/>
                </a:solidFill>
              </a:rPr>
              <a:t>this</a:t>
            </a:r>
            <a:r>
              <a:rPr lang="en-US" sz="2600"/>
              <a:t> keyword</a:t>
            </a:r>
          </a:p>
          <a:p>
            <a:pPr marL="342900" indent="-342900" algn="just">
              <a:spcBef>
                <a:spcPts val="600"/>
              </a:spcBef>
              <a:spcAft>
                <a:spcPts val="600"/>
              </a:spcAft>
              <a:buClr>
                <a:srgbClr val="973735"/>
              </a:buClr>
              <a:buSzPct val="50000"/>
              <a:buFont typeface="Wingdings" pitchFamily="2" charset="2"/>
              <a:buChar char="u"/>
              <a:defRPr/>
            </a:pPr>
            <a:r>
              <a:rPr lang="en-US" sz="2600"/>
              <a:t>The first parameter in this method identifies the type of objects in which the method can be called</a:t>
            </a:r>
          </a:p>
          <a:p>
            <a:pPr marL="342900" indent="-342900" algn="just">
              <a:spcBef>
                <a:spcPts val="600"/>
              </a:spcBef>
              <a:spcAft>
                <a:spcPts val="600"/>
              </a:spcAft>
              <a:buClr>
                <a:srgbClr val="973735"/>
              </a:buClr>
              <a:buSzPct val="50000"/>
              <a:buFont typeface="Wingdings" pitchFamily="2" charset="2"/>
              <a:buChar char="u"/>
              <a:defRPr/>
            </a:pPr>
            <a:r>
              <a:rPr lang="en-US" sz="2600"/>
              <a:t>The object that we use to invoke the method is automatically passed as the first parameter</a:t>
            </a:r>
            <a:endParaRPr lang="en-US"/>
          </a:p>
        </p:txBody>
      </p:sp>
    </p:spTree>
    <p:extLst>
      <p:ext uri="{BB962C8B-B14F-4D97-AF65-F5344CB8AC3E}">
        <p14:creationId xmlns:p14="http://schemas.microsoft.com/office/powerpoint/2010/main" val="39941100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5D39F76-73CE-4174-BC34-4D5F55ED6C09}"/>
              </a:ext>
            </a:extLst>
          </p:cNvPr>
          <p:cNvSpPr>
            <a:spLocks noGrp="1"/>
          </p:cNvSpPr>
          <p:nvPr>
            <p:ph type="dt" sz="half" idx="10"/>
          </p:nvPr>
        </p:nvSpPr>
        <p:spPr/>
        <p:txBody>
          <a:bodyPr/>
          <a:lstStyle/>
          <a:p>
            <a:fld id="{5DCBE059-FAD7-45D8-8659-E6542D1E092D}" type="datetime1">
              <a:rPr lang="en-US" smtClean="0"/>
              <a:t>5/14/2024</a:t>
            </a:fld>
            <a:endParaRPr lang="en-US" dirty="0"/>
          </a:p>
        </p:txBody>
      </p:sp>
      <p:sp>
        <p:nvSpPr>
          <p:cNvPr id="5" name="Slide Number Placeholder 4">
            <a:extLst>
              <a:ext uri="{FF2B5EF4-FFF2-40B4-BE49-F238E27FC236}">
                <a16:creationId xmlns:a16="http://schemas.microsoft.com/office/drawing/2014/main" id="{75482629-7204-46A9-B9FC-6EBDDDF0150F}"/>
              </a:ext>
            </a:extLst>
          </p:cNvPr>
          <p:cNvSpPr>
            <a:spLocks noGrp="1"/>
          </p:cNvSpPr>
          <p:nvPr>
            <p:ph type="sldNum" sz="quarter" idx="12"/>
          </p:nvPr>
        </p:nvSpPr>
        <p:spPr/>
        <p:txBody>
          <a:bodyPr/>
          <a:lstStyle/>
          <a:p>
            <a:fld id="{CC0149FD-98BB-4821-915B-09C9BFE4B727}" type="slidenum">
              <a:rPr lang="en-US" smtClean="0"/>
              <a:pPr/>
              <a:t>29</a:t>
            </a:fld>
            <a:endParaRPr lang="en-US" dirty="0"/>
          </a:p>
        </p:txBody>
      </p:sp>
      <p:sp>
        <p:nvSpPr>
          <p:cNvPr id="6" name="Title 2">
            <a:extLst>
              <a:ext uri="{FF2B5EF4-FFF2-40B4-BE49-F238E27FC236}">
                <a16:creationId xmlns:a16="http://schemas.microsoft.com/office/drawing/2014/main" id="{63FEF42D-5BE8-4E70-B25A-8E8FA5551E31}"/>
              </a:ext>
            </a:extLst>
          </p:cNvPr>
          <p:cNvSpPr txBox="1">
            <a:spLocks/>
          </p:cNvSpPr>
          <p:nvPr/>
        </p:nvSpPr>
        <p:spPr bwMode="auto">
          <a:xfrm>
            <a:off x="257504" y="716509"/>
            <a:ext cx="5502166" cy="628814"/>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lvl1pPr algn="l" rtl="0" eaLnBrk="0" fontAlgn="base" hangingPunct="0">
              <a:lnSpc>
                <a:spcPct val="90000"/>
              </a:lnSpc>
              <a:spcBef>
                <a:spcPct val="0"/>
              </a:spcBef>
              <a:spcAft>
                <a:spcPct val="0"/>
              </a:spcAft>
              <a:defRPr sz="4000" b="1"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en-US" b="1" i="0" u="none" strike="noStrike" kern="1200" cap="none" spc="0" normalizeH="0" baseline="0" noProof="0">
                <a:ln>
                  <a:noFill/>
                </a:ln>
                <a:solidFill>
                  <a:sysClr val="windowText" lastClr="000000"/>
                </a:solidFill>
                <a:effectLst/>
                <a:uLnTx/>
                <a:uFillTx/>
                <a:ea typeface="+mj-ea"/>
                <a:cs typeface="+mj-cs"/>
              </a:rPr>
              <a:t>Extension Method</a:t>
            </a:r>
            <a:endParaRPr kumimoji="0" lang="en-IN" altLang="en-US" b="1" i="0" u="none" strike="noStrike" kern="1200" cap="none" spc="0" normalizeH="0" baseline="0" noProof="0">
              <a:ln>
                <a:noFill/>
              </a:ln>
              <a:solidFill>
                <a:sysClr val="windowText" lastClr="000000"/>
              </a:solidFill>
              <a:effectLst/>
              <a:uLnTx/>
              <a:uFillTx/>
              <a:ea typeface="+mj-ea"/>
              <a:cs typeface="+mj-cs"/>
            </a:endParaRPr>
          </a:p>
        </p:txBody>
      </p:sp>
      <p:grpSp>
        <p:nvGrpSpPr>
          <p:cNvPr id="2" name="Group 1">
            <a:extLst>
              <a:ext uri="{FF2B5EF4-FFF2-40B4-BE49-F238E27FC236}">
                <a16:creationId xmlns:a16="http://schemas.microsoft.com/office/drawing/2014/main" id="{2826FEFB-AD5C-42A9-90CA-7DE0B30F8518}"/>
              </a:ext>
            </a:extLst>
          </p:cNvPr>
          <p:cNvGrpSpPr/>
          <p:nvPr/>
        </p:nvGrpSpPr>
        <p:grpSpPr>
          <a:xfrm>
            <a:off x="2149886" y="1455759"/>
            <a:ext cx="7645756" cy="4899561"/>
            <a:chOff x="2149886" y="1455759"/>
            <a:chExt cx="7645756" cy="4899561"/>
          </a:xfrm>
        </p:grpSpPr>
        <p:grpSp>
          <p:nvGrpSpPr>
            <p:cNvPr id="16" name="Group 15">
              <a:extLst>
                <a:ext uri="{FF2B5EF4-FFF2-40B4-BE49-F238E27FC236}">
                  <a16:creationId xmlns:a16="http://schemas.microsoft.com/office/drawing/2014/main" id="{918CD636-336A-40F5-AB4E-CE94D2EDD960}"/>
                </a:ext>
              </a:extLst>
            </p:cNvPr>
            <p:cNvGrpSpPr/>
            <p:nvPr/>
          </p:nvGrpSpPr>
          <p:grpSpPr>
            <a:xfrm>
              <a:off x="2149886" y="1455759"/>
              <a:ext cx="7645756" cy="4899561"/>
              <a:chOff x="2149886" y="1455759"/>
              <a:chExt cx="7645756" cy="4899561"/>
            </a:xfrm>
          </p:grpSpPr>
          <p:pic>
            <p:nvPicPr>
              <p:cNvPr id="14" name="Picture 13">
                <a:extLst>
                  <a:ext uri="{FF2B5EF4-FFF2-40B4-BE49-F238E27FC236}">
                    <a16:creationId xmlns:a16="http://schemas.microsoft.com/office/drawing/2014/main" id="{F266A549-C4E2-4352-A23A-37CDBCC9A5CE}"/>
                  </a:ext>
                </a:extLst>
              </p:cNvPr>
              <p:cNvPicPr>
                <a:picLocks noChangeAspect="1"/>
              </p:cNvPicPr>
              <p:nvPr/>
            </p:nvPicPr>
            <p:blipFill>
              <a:blip r:embed="rId3"/>
              <a:stretch>
                <a:fillRect/>
              </a:stretch>
            </p:blipFill>
            <p:spPr>
              <a:xfrm>
                <a:off x="2149886" y="1455759"/>
                <a:ext cx="7645756" cy="4899561"/>
              </a:xfrm>
              <a:prstGeom prst="rect">
                <a:avLst/>
              </a:prstGeom>
            </p:spPr>
          </p:pic>
          <p:sp>
            <p:nvSpPr>
              <p:cNvPr id="15" name="Rectangle 14">
                <a:extLst>
                  <a:ext uri="{FF2B5EF4-FFF2-40B4-BE49-F238E27FC236}">
                    <a16:creationId xmlns:a16="http://schemas.microsoft.com/office/drawing/2014/main" id="{9770535B-5913-4DDC-969E-687BC58ECE87}"/>
                  </a:ext>
                </a:extLst>
              </p:cNvPr>
              <p:cNvSpPr/>
              <p:nvPr/>
            </p:nvSpPr>
            <p:spPr>
              <a:xfrm>
                <a:off x="2596054" y="2427889"/>
                <a:ext cx="7199587" cy="462455"/>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Rectangle 7">
              <a:extLst>
                <a:ext uri="{FF2B5EF4-FFF2-40B4-BE49-F238E27FC236}">
                  <a16:creationId xmlns:a16="http://schemas.microsoft.com/office/drawing/2014/main" id="{FA7829A1-D2A2-438A-B662-AF25347D23A2}"/>
                </a:ext>
              </a:extLst>
            </p:cNvPr>
            <p:cNvSpPr/>
            <p:nvPr/>
          </p:nvSpPr>
          <p:spPr>
            <a:xfrm>
              <a:off x="3090201" y="4978400"/>
              <a:ext cx="1694236" cy="267854"/>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8423441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5D39F76-73CE-4174-BC34-4D5F55ED6C09}"/>
              </a:ext>
            </a:extLst>
          </p:cNvPr>
          <p:cNvSpPr>
            <a:spLocks noGrp="1"/>
          </p:cNvSpPr>
          <p:nvPr>
            <p:ph type="dt" sz="half" idx="10"/>
          </p:nvPr>
        </p:nvSpPr>
        <p:spPr/>
        <p:txBody>
          <a:bodyPr/>
          <a:lstStyle/>
          <a:p>
            <a:fld id="{5DCBE059-FAD7-45D8-8659-E6542D1E092D}" type="datetime1">
              <a:rPr lang="en-US" smtClean="0"/>
              <a:t>5/14/2024</a:t>
            </a:fld>
            <a:endParaRPr lang="en-US" dirty="0"/>
          </a:p>
        </p:txBody>
      </p:sp>
      <p:sp>
        <p:nvSpPr>
          <p:cNvPr id="5" name="Slide Number Placeholder 4">
            <a:extLst>
              <a:ext uri="{FF2B5EF4-FFF2-40B4-BE49-F238E27FC236}">
                <a16:creationId xmlns:a16="http://schemas.microsoft.com/office/drawing/2014/main" id="{75482629-7204-46A9-B9FC-6EBDDDF0150F}"/>
              </a:ext>
            </a:extLst>
          </p:cNvPr>
          <p:cNvSpPr>
            <a:spLocks noGrp="1"/>
          </p:cNvSpPr>
          <p:nvPr>
            <p:ph type="sldNum" sz="quarter" idx="12"/>
          </p:nvPr>
        </p:nvSpPr>
        <p:spPr/>
        <p:txBody>
          <a:bodyPr/>
          <a:lstStyle/>
          <a:p>
            <a:fld id="{CC0149FD-98BB-4821-915B-09C9BFE4B727}" type="slidenum">
              <a:rPr lang="en-US" smtClean="0"/>
              <a:pPr/>
              <a:t>30</a:t>
            </a:fld>
            <a:endParaRPr lang="en-US" dirty="0"/>
          </a:p>
        </p:txBody>
      </p:sp>
      <p:sp>
        <p:nvSpPr>
          <p:cNvPr id="7" name="Title 2">
            <a:extLst>
              <a:ext uri="{FF2B5EF4-FFF2-40B4-BE49-F238E27FC236}">
                <a16:creationId xmlns:a16="http://schemas.microsoft.com/office/drawing/2014/main" id="{10DFB8EF-E9FC-4EC2-B97A-4A665461E90C}"/>
              </a:ext>
            </a:extLst>
          </p:cNvPr>
          <p:cNvSpPr txBox="1">
            <a:spLocks/>
          </p:cNvSpPr>
          <p:nvPr/>
        </p:nvSpPr>
        <p:spPr bwMode="auto">
          <a:xfrm>
            <a:off x="225973" y="669395"/>
            <a:ext cx="8224344" cy="628814"/>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lvl1pPr algn="l" rtl="0" eaLnBrk="0" fontAlgn="base" hangingPunct="0">
              <a:lnSpc>
                <a:spcPct val="90000"/>
              </a:lnSpc>
              <a:spcBef>
                <a:spcPct val="0"/>
              </a:spcBef>
              <a:spcAft>
                <a:spcPct val="0"/>
              </a:spcAft>
              <a:defRPr sz="4000" b="1"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en-US" b="1" i="0" u="none" strike="noStrike" kern="1200" cap="none" spc="0" normalizeH="0" baseline="0" noProof="0">
                <a:ln>
                  <a:noFill/>
                </a:ln>
                <a:solidFill>
                  <a:sysClr val="windowText" lastClr="000000"/>
                </a:solidFill>
                <a:effectLst/>
                <a:uLnTx/>
                <a:uFillTx/>
                <a:ea typeface="+mj-ea"/>
                <a:cs typeface="+mj-cs"/>
              </a:rPr>
              <a:t>Expression-bodied Members</a:t>
            </a:r>
          </a:p>
        </p:txBody>
      </p:sp>
      <p:sp>
        <p:nvSpPr>
          <p:cNvPr id="13" name="TextBox 12">
            <a:extLst>
              <a:ext uri="{FF2B5EF4-FFF2-40B4-BE49-F238E27FC236}">
                <a16:creationId xmlns:a16="http://schemas.microsoft.com/office/drawing/2014/main" id="{47EDD331-4824-4D8C-A44B-E3AEF451CDA7}"/>
              </a:ext>
            </a:extLst>
          </p:cNvPr>
          <p:cNvSpPr txBox="1"/>
          <p:nvPr/>
        </p:nvSpPr>
        <p:spPr>
          <a:xfrm>
            <a:off x="-60893" y="1474028"/>
            <a:ext cx="12040457" cy="2646878"/>
          </a:xfrm>
          <a:prstGeom prst="rect">
            <a:avLst/>
          </a:prstGeom>
          <a:noFill/>
        </p:spPr>
        <p:txBody>
          <a:bodyPr wrap="square">
            <a:spAutoFit/>
          </a:bodyPr>
          <a:lstStyle/>
          <a:p>
            <a:pPr marL="342900" indent="-342900" algn="just">
              <a:spcBef>
                <a:spcPts val="300"/>
              </a:spcBef>
              <a:spcAft>
                <a:spcPts val="300"/>
              </a:spcAft>
              <a:buClr>
                <a:srgbClr val="973735"/>
              </a:buClr>
              <a:buSzPct val="50000"/>
              <a:buFont typeface="Wingdings" pitchFamily="2" charset="2"/>
              <a:buChar char="u"/>
              <a:defRPr/>
            </a:pPr>
            <a:r>
              <a:rPr lang="en-US" sz="2600"/>
              <a:t>Expression body definitions let us provide a member's implementation in a very concise, readable form</a:t>
            </a:r>
          </a:p>
          <a:p>
            <a:pPr marL="342900" indent="-342900" algn="just">
              <a:spcBef>
                <a:spcPts val="300"/>
              </a:spcBef>
              <a:spcAft>
                <a:spcPts val="300"/>
              </a:spcAft>
              <a:buClr>
                <a:srgbClr val="973735"/>
              </a:buClr>
              <a:buSzPct val="50000"/>
              <a:buFont typeface="Wingdings" pitchFamily="2" charset="2"/>
              <a:buChar char="u"/>
              <a:defRPr/>
            </a:pPr>
            <a:r>
              <a:rPr lang="en-US" sz="2600"/>
              <a:t>We can use an expression body definition whenever the logic for any supported member, such as a method or property, consists of a single expression</a:t>
            </a:r>
          </a:p>
          <a:p>
            <a:pPr marL="342900" indent="-342900" algn="just">
              <a:spcBef>
                <a:spcPts val="300"/>
              </a:spcBef>
              <a:spcAft>
                <a:spcPts val="300"/>
              </a:spcAft>
              <a:buClr>
                <a:srgbClr val="973735"/>
              </a:buClr>
              <a:buSzPct val="50000"/>
              <a:buFont typeface="Wingdings" pitchFamily="2" charset="2"/>
              <a:buChar char="u"/>
              <a:defRPr/>
            </a:pPr>
            <a:r>
              <a:rPr lang="en-US" sz="2600"/>
              <a:t>An expression body definition has the following general syntax:</a:t>
            </a:r>
          </a:p>
        </p:txBody>
      </p:sp>
      <p:sp>
        <p:nvSpPr>
          <p:cNvPr id="17" name="TextBox 16">
            <a:extLst>
              <a:ext uri="{FF2B5EF4-FFF2-40B4-BE49-F238E27FC236}">
                <a16:creationId xmlns:a16="http://schemas.microsoft.com/office/drawing/2014/main" id="{60FE69DB-F529-4661-ACA1-6D82CA8CBEC7}"/>
              </a:ext>
            </a:extLst>
          </p:cNvPr>
          <p:cNvSpPr txBox="1"/>
          <p:nvPr/>
        </p:nvSpPr>
        <p:spPr>
          <a:xfrm>
            <a:off x="3543419" y="4315199"/>
            <a:ext cx="4493966" cy="492443"/>
          </a:xfrm>
          <a:prstGeom prst="rect">
            <a:avLst/>
          </a:prstGeom>
          <a:solidFill>
            <a:srgbClr val="FFFF00"/>
          </a:solidFill>
        </p:spPr>
        <p:txBody>
          <a:bodyPr wrap="square">
            <a:spAutoFit/>
          </a:bodyPr>
          <a:lstStyle/>
          <a:p>
            <a:pPr algn="ctr"/>
            <a:r>
              <a:rPr lang="en-US" sz="2600" b="0" i="0">
                <a:solidFill>
                  <a:srgbClr val="0070C0"/>
                </a:solidFill>
                <a:effectLst/>
                <a:latin typeface="+mj-lt"/>
              </a:rPr>
              <a:t>member =&gt; expression;</a:t>
            </a:r>
            <a:endParaRPr lang="en-US" sz="2600">
              <a:solidFill>
                <a:srgbClr val="0070C0"/>
              </a:solidFill>
              <a:latin typeface="+mj-lt"/>
            </a:endParaRPr>
          </a:p>
        </p:txBody>
      </p:sp>
      <p:sp>
        <p:nvSpPr>
          <p:cNvPr id="19" name="TextBox 18">
            <a:extLst>
              <a:ext uri="{FF2B5EF4-FFF2-40B4-BE49-F238E27FC236}">
                <a16:creationId xmlns:a16="http://schemas.microsoft.com/office/drawing/2014/main" id="{2A37E525-D5F7-42B6-A601-423FC7892F23}"/>
              </a:ext>
            </a:extLst>
          </p:cNvPr>
          <p:cNvSpPr txBox="1"/>
          <p:nvPr/>
        </p:nvSpPr>
        <p:spPr>
          <a:xfrm>
            <a:off x="-60893" y="5188657"/>
            <a:ext cx="12040457" cy="923330"/>
          </a:xfrm>
          <a:prstGeom prst="rect">
            <a:avLst/>
          </a:prstGeom>
          <a:noFill/>
        </p:spPr>
        <p:txBody>
          <a:bodyPr wrap="square">
            <a:spAutoFit/>
          </a:bodyPr>
          <a:lstStyle/>
          <a:p>
            <a:pPr marL="342900" indent="-342900" algn="just">
              <a:spcBef>
                <a:spcPts val="300"/>
              </a:spcBef>
              <a:spcAft>
                <a:spcPts val="300"/>
              </a:spcAft>
              <a:buClr>
                <a:srgbClr val="973735"/>
              </a:buClr>
              <a:buSzPct val="50000"/>
              <a:buFont typeface="Wingdings" pitchFamily="2" charset="2"/>
              <a:buChar char="u"/>
              <a:defRPr/>
            </a:pPr>
            <a:r>
              <a:rPr lang="en-US" sz="2600"/>
              <a:t>Members can be: Method, Read-only property, Property, Constructor, Finalizer (destructors) and Indexer </a:t>
            </a:r>
          </a:p>
        </p:txBody>
      </p:sp>
    </p:spTree>
    <p:extLst>
      <p:ext uri="{BB962C8B-B14F-4D97-AF65-F5344CB8AC3E}">
        <p14:creationId xmlns:p14="http://schemas.microsoft.com/office/powerpoint/2010/main" val="4833498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5D39F76-73CE-4174-BC34-4D5F55ED6C09}"/>
              </a:ext>
            </a:extLst>
          </p:cNvPr>
          <p:cNvSpPr>
            <a:spLocks noGrp="1"/>
          </p:cNvSpPr>
          <p:nvPr>
            <p:ph type="dt" sz="half" idx="10"/>
          </p:nvPr>
        </p:nvSpPr>
        <p:spPr/>
        <p:txBody>
          <a:bodyPr/>
          <a:lstStyle/>
          <a:p>
            <a:fld id="{5DCBE059-FAD7-45D8-8659-E6542D1E092D}" type="datetime1">
              <a:rPr lang="en-US" smtClean="0"/>
              <a:t>5/14/2024</a:t>
            </a:fld>
            <a:endParaRPr lang="en-US" dirty="0"/>
          </a:p>
        </p:txBody>
      </p:sp>
      <p:sp>
        <p:nvSpPr>
          <p:cNvPr id="5" name="Slide Number Placeholder 4">
            <a:extLst>
              <a:ext uri="{FF2B5EF4-FFF2-40B4-BE49-F238E27FC236}">
                <a16:creationId xmlns:a16="http://schemas.microsoft.com/office/drawing/2014/main" id="{75482629-7204-46A9-B9FC-6EBDDDF0150F}"/>
              </a:ext>
            </a:extLst>
          </p:cNvPr>
          <p:cNvSpPr>
            <a:spLocks noGrp="1"/>
          </p:cNvSpPr>
          <p:nvPr>
            <p:ph type="sldNum" sz="quarter" idx="12"/>
          </p:nvPr>
        </p:nvSpPr>
        <p:spPr/>
        <p:txBody>
          <a:bodyPr/>
          <a:lstStyle/>
          <a:p>
            <a:fld id="{CC0149FD-98BB-4821-915B-09C9BFE4B727}" type="slidenum">
              <a:rPr lang="en-US" smtClean="0"/>
              <a:pPr/>
              <a:t>31</a:t>
            </a:fld>
            <a:endParaRPr lang="en-US" dirty="0"/>
          </a:p>
        </p:txBody>
      </p:sp>
      <p:sp>
        <p:nvSpPr>
          <p:cNvPr id="7" name="Title 2">
            <a:extLst>
              <a:ext uri="{FF2B5EF4-FFF2-40B4-BE49-F238E27FC236}">
                <a16:creationId xmlns:a16="http://schemas.microsoft.com/office/drawing/2014/main" id="{10DFB8EF-E9FC-4EC2-B97A-4A665461E90C}"/>
              </a:ext>
            </a:extLst>
          </p:cNvPr>
          <p:cNvSpPr txBox="1">
            <a:spLocks/>
          </p:cNvSpPr>
          <p:nvPr/>
        </p:nvSpPr>
        <p:spPr bwMode="auto">
          <a:xfrm>
            <a:off x="225973" y="669395"/>
            <a:ext cx="8224344" cy="628814"/>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lvl1pPr algn="l" rtl="0" eaLnBrk="0" fontAlgn="base" hangingPunct="0">
              <a:lnSpc>
                <a:spcPct val="90000"/>
              </a:lnSpc>
              <a:spcBef>
                <a:spcPct val="0"/>
              </a:spcBef>
              <a:spcAft>
                <a:spcPct val="0"/>
              </a:spcAft>
              <a:defRPr sz="4000" b="1"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en-US" b="1" i="0" u="none" strike="noStrike" kern="1200" cap="none" spc="0" normalizeH="0" baseline="0" noProof="0">
                <a:ln>
                  <a:noFill/>
                </a:ln>
                <a:solidFill>
                  <a:sysClr val="windowText" lastClr="000000"/>
                </a:solidFill>
                <a:effectLst/>
                <a:uLnTx/>
                <a:uFillTx/>
                <a:ea typeface="+mj-ea"/>
                <a:cs typeface="+mj-cs"/>
              </a:rPr>
              <a:t>Expression-bodied Members</a:t>
            </a:r>
          </a:p>
        </p:txBody>
      </p:sp>
      <p:grpSp>
        <p:nvGrpSpPr>
          <p:cNvPr id="2" name="Group 1">
            <a:extLst>
              <a:ext uri="{FF2B5EF4-FFF2-40B4-BE49-F238E27FC236}">
                <a16:creationId xmlns:a16="http://schemas.microsoft.com/office/drawing/2014/main" id="{80991CD8-6D45-4905-8C98-A325ECA5264F}"/>
              </a:ext>
            </a:extLst>
          </p:cNvPr>
          <p:cNvGrpSpPr/>
          <p:nvPr/>
        </p:nvGrpSpPr>
        <p:grpSpPr>
          <a:xfrm>
            <a:off x="42532" y="1789430"/>
            <a:ext cx="6102979" cy="4198099"/>
            <a:chOff x="4916487" y="1522937"/>
            <a:chExt cx="7176757" cy="4819533"/>
          </a:xfrm>
        </p:grpSpPr>
        <p:pic>
          <p:nvPicPr>
            <p:cNvPr id="6" name="Picture 1">
              <a:extLst>
                <a:ext uri="{FF2B5EF4-FFF2-40B4-BE49-F238E27FC236}">
                  <a16:creationId xmlns:a16="http://schemas.microsoft.com/office/drawing/2014/main" id="{1486EFA5-D44E-40C9-82FC-450E76043C8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551487" y="1522937"/>
              <a:ext cx="4114800" cy="121920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pic>
          <p:nvPicPr>
            <p:cNvPr id="8" name="Picture 2">
              <a:extLst>
                <a:ext uri="{FF2B5EF4-FFF2-40B4-BE49-F238E27FC236}">
                  <a16:creationId xmlns:a16="http://schemas.microsoft.com/office/drawing/2014/main" id="{B5A5E268-95D6-4F83-B45F-A672A18D6F30}"/>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529262" y="2924699"/>
              <a:ext cx="5391150" cy="46672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C8589055-9B06-4BE9-8059-FD90B5B05481}"/>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495925" y="3613558"/>
              <a:ext cx="6597319" cy="200025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1C2A3EA8-D012-4F50-8AD7-67B4DF80E47A}"/>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5473369" y="5779536"/>
              <a:ext cx="6619875" cy="40957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sp>
          <p:nvSpPr>
            <p:cNvPr id="11" name="AutoShape 11">
              <a:extLst>
                <a:ext uri="{FF2B5EF4-FFF2-40B4-BE49-F238E27FC236}">
                  <a16:creationId xmlns:a16="http://schemas.microsoft.com/office/drawing/2014/main" id="{31A13E06-A50F-4C4D-8B17-CE2C81464D18}"/>
                </a:ext>
              </a:extLst>
            </p:cNvPr>
            <p:cNvSpPr>
              <a:spLocks noChangeArrowheads="1"/>
            </p:cNvSpPr>
            <p:nvPr/>
          </p:nvSpPr>
          <p:spPr bwMode="auto">
            <a:xfrm>
              <a:off x="4916487" y="4493033"/>
              <a:ext cx="514350" cy="1849437"/>
            </a:xfrm>
            <a:prstGeom prst="curvedRightArrow">
              <a:avLst>
                <a:gd name="adj1" fmla="val 48275"/>
                <a:gd name="adj2" fmla="val 161406"/>
                <a:gd name="adj3" fmla="val 33333"/>
              </a:avLst>
            </a:prstGeom>
            <a:solidFill>
              <a:srgbClr val="FFFF00">
                <a:alpha val="50195"/>
              </a:srgbClr>
            </a:solidFill>
            <a:ln w="12700">
              <a:solidFill>
                <a:srgbClr val="FF0000"/>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nl-BE" altLang="en-US" sz="1400">
                <a:latin typeface="Arial" panose="020B0604020202020204" pitchFamily="34" charset="0"/>
              </a:endParaRPr>
            </a:p>
          </p:txBody>
        </p:sp>
        <p:sp>
          <p:nvSpPr>
            <p:cNvPr id="12" name="AutoShape 11">
              <a:extLst>
                <a:ext uri="{FF2B5EF4-FFF2-40B4-BE49-F238E27FC236}">
                  <a16:creationId xmlns:a16="http://schemas.microsoft.com/office/drawing/2014/main" id="{998D75FD-B6A7-493C-8D4C-ED7D494A55A8}"/>
                </a:ext>
              </a:extLst>
            </p:cNvPr>
            <p:cNvSpPr>
              <a:spLocks noChangeArrowheads="1"/>
            </p:cNvSpPr>
            <p:nvPr/>
          </p:nvSpPr>
          <p:spPr bwMode="auto">
            <a:xfrm>
              <a:off x="4916487" y="2048399"/>
              <a:ext cx="609600" cy="1293813"/>
            </a:xfrm>
            <a:prstGeom prst="curvedRightArrow">
              <a:avLst>
                <a:gd name="adj1" fmla="val 48255"/>
                <a:gd name="adj2" fmla="val 161332"/>
                <a:gd name="adj3" fmla="val 33333"/>
              </a:avLst>
            </a:prstGeom>
            <a:solidFill>
              <a:srgbClr val="FFFF00">
                <a:alpha val="50195"/>
              </a:srgbClr>
            </a:solidFill>
            <a:ln w="12700">
              <a:solidFill>
                <a:srgbClr val="FF0000"/>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nl-BE" altLang="en-US" sz="1400">
                <a:latin typeface="Arial" panose="020B0604020202020204" pitchFamily="34" charset="0"/>
              </a:endParaRPr>
            </a:p>
          </p:txBody>
        </p:sp>
      </p:grpSp>
      <p:pic>
        <p:nvPicPr>
          <p:cNvPr id="15" name="Picture 14">
            <a:extLst>
              <a:ext uri="{FF2B5EF4-FFF2-40B4-BE49-F238E27FC236}">
                <a16:creationId xmlns:a16="http://schemas.microsoft.com/office/drawing/2014/main" id="{EB5FFADC-6EB9-4A70-A6FC-80F78456B689}"/>
              </a:ext>
            </a:extLst>
          </p:cNvPr>
          <p:cNvPicPr>
            <a:picLocks noChangeAspect="1"/>
          </p:cNvPicPr>
          <p:nvPr/>
        </p:nvPicPr>
        <p:blipFill>
          <a:blip r:embed="rId7"/>
          <a:stretch>
            <a:fillRect/>
          </a:stretch>
        </p:blipFill>
        <p:spPr>
          <a:xfrm>
            <a:off x="6502288" y="1789430"/>
            <a:ext cx="5610236" cy="3531543"/>
          </a:xfrm>
          <a:prstGeom prst="rect">
            <a:avLst/>
          </a:prstGeom>
          <a:ln>
            <a:solidFill>
              <a:srgbClr val="FF0000"/>
            </a:solidFill>
          </a:ln>
        </p:spPr>
      </p:pic>
    </p:spTree>
    <p:extLst>
      <p:ext uri="{BB962C8B-B14F-4D97-AF65-F5344CB8AC3E}">
        <p14:creationId xmlns:p14="http://schemas.microsoft.com/office/powerpoint/2010/main" val="10819932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5D39F76-73CE-4174-BC34-4D5F55ED6C09}"/>
              </a:ext>
            </a:extLst>
          </p:cNvPr>
          <p:cNvSpPr>
            <a:spLocks noGrp="1"/>
          </p:cNvSpPr>
          <p:nvPr>
            <p:ph type="dt" sz="half" idx="10"/>
          </p:nvPr>
        </p:nvSpPr>
        <p:spPr/>
        <p:txBody>
          <a:bodyPr/>
          <a:lstStyle/>
          <a:p>
            <a:fld id="{5DCBE059-FAD7-45D8-8659-E6542D1E092D}" type="datetime1">
              <a:rPr lang="en-US" smtClean="0"/>
              <a:t>5/14/2024</a:t>
            </a:fld>
            <a:endParaRPr lang="en-US" dirty="0"/>
          </a:p>
        </p:txBody>
      </p:sp>
      <p:sp>
        <p:nvSpPr>
          <p:cNvPr id="5" name="Slide Number Placeholder 4">
            <a:extLst>
              <a:ext uri="{FF2B5EF4-FFF2-40B4-BE49-F238E27FC236}">
                <a16:creationId xmlns:a16="http://schemas.microsoft.com/office/drawing/2014/main" id="{75482629-7204-46A9-B9FC-6EBDDDF0150F}"/>
              </a:ext>
            </a:extLst>
          </p:cNvPr>
          <p:cNvSpPr>
            <a:spLocks noGrp="1"/>
          </p:cNvSpPr>
          <p:nvPr>
            <p:ph type="sldNum" sz="quarter" idx="12"/>
          </p:nvPr>
        </p:nvSpPr>
        <p:spPr/>
        <p:txBody>
          <a:bodyPr/>
          <a:lstStyle/>
          <a:p>
            <a:fld id="{CC0149FD-98BB-4821-915B-09C9BFE4B727}" type="slidenum">
              <a:rPr lang="en-US" smtClean="0"/>
              <a:pPr/>
              <a:t>32</a:t>
            </a:fld>
            <a:endParaRPr lang="en-US" dirty="0"/>
          </a:p>
        </p:txBody>
      </p:sp>
      <p:sp>
        <p:nvSpPr>
          <p:cNvPr id="7" name="Title 2">
            <a:extLst>
              <a:ext uri="{FF2B5EF4-FFF2-40B4-BE49-F238E27FC236}">
                <a16:creationId xmlns:a16="http://schemas.microsoft.com/office/drawing/2014/main" id="{10DFB8EF-E9FC-4EC2-B97A-4A665461E90C}"/>
              </a:ext>
            </a:extLst>
          </p:cNvPr>
          <p:cNvSpPr txBox="1">
            <a:spLocks/>
          </p:cNvSpPr>
          <p:nvPr/>
        </p:nvSpPr>
        <p:spPr bwMode="auto">
          <a:xfrm>
            <a:off x="257504" y="611409"/>
            <a:ext cx="6637282" cy="628814"/>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lvl1pPr algn="l" rtl="0" eaLnBrk="0" fontAlgn="base" hangingPunct="0">
              <a:lnSpc>
                <a:spcPct val="90000"/>
              </a:lnSpc>
              <a:spcBef>
                <a:spcPct val="0"/>
              </a:spcBef>
              <a:spcAft>
                <a:spcPct val="0"/>
              </a:spcAft>
              <a:defRPr sz="4000" b="1"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en-US" b="1" i="0" u="none" strike="noStrike" kern="1200" cap="none" spc="0" normalizeH="0" baseline="0" noProof="0">
                <a:ln>
                  <a:noFill/>
                </a:ln>
                <a:solidFill>
                  <a:sysClr val="windowText" lastClr="000000"/>
                </a:solidFill>
                <a:effectLst/>
                <a:uLnTx/>
                <a:uFillTx/>
                <a:ea typeface="+mj-ea"/>
                <a:cs typeface="+mj-cs"/>
              </a:rPr>
              <a:t>Anonymous Type </a:t>
            </a:r>
            <a:endParaRPr kumimoji="0" lang="en-IN" altLang="en-US" b="1" i="0" u="none" strike="noStrike" kern="1200" cap="none" spc="0" normalizeH="0" baseline="0" noProof="0">
              <a:ln>
                <a:noFill/>
              </a:ln>
              <a:solidFill>
                <a:sysClr val="windowText" lastClr="000000"/>
              </a:solidFill>
              <a:effectLst/>
              <a:uLnTx/>
              <a:uFillTx/>
              <a:ea typeface="+mj-ea"/>
              <a:cs typeface="+mj-cs"/>
            </a:endParaRPr>
          </a:p>
        </p:txBody>
      </p:sp>
      <p:sp>
        <p:nvSpPr>
          <p:cNvPr id="9" name="TextBox 8">
            <a:extLst>
              <a:ext uri="{FF2B5EF4-FFF2-40B4-BE49-F238E27FC236}">
                <a16:creationId xmlns:a16="http://schemas.microsoft.com/office/drawing/2014/main" id="{DC07DBA9-5414-4FBB-A6F4-9A7ADE9088E9}"/>
              </a:ext>
            </a:extLst>
          </p:cNvPr>
          <p:cNvSpPr txBox="1"/>
          <p:nvPr/>
        </p:nvSpPr>
        <p:spPr>
          <a:xfrm>
            <a:off x="-65212" y="1377206"/>
            <a:ext cx="12063248" cy="2246769"/>
          </a:xfrm>
          <a:prstGeom prst="rect">
            <a:avLst/>
          </a:prstGeom>
          <a:noFill/>
        </p:spPr>
        <p:txBody>
          <a:bodyPr wrap="square">
            <a:spAutoFit/>
          </a:bodyPr>
          <a:lstStyle/>
          <a:p>
            <a:pPr marL="342900" indent="-342900" algn="just">
              <a:spcBef>
                <a:spcPts val="300"/>
              </a:spcBef>
              <a:spcAft>
                <a:spcPts val="300"/>
              </a:spcAft>
              <a:buClr>
                <a:srgbClr val="973735"/>
              </a:buClr>
              <a:buSzPct val="50000"/>
              <a:buFont typeface="Wingdings" pitchFamily="2" charset="2"/>
              <a:buChar char="u"/>
              <a:defRPr/>
            </a:pPr>
            <a:r>
              <a:rPr lang="en-GB" altLang="en-US" sz="2600"/>
              <a:t>Is basically a class with no name and is not explicitly defined in code</a:t>
            </a:r>
            <a:endParaRPr lang="en-US" sz="2600"/>
          </a:p>
          <a:p>
            <a:pPr marL="342900" indent="-342900" algn="just">
              <a:spcBef>
                <a:spcPts val="300"/>
              </a:spcBef>
              <a:spcAft>
                <a:spcPts val="300"/>
              </a:spcAft>
              <a:buClr>
                <a:srgbClr val="973735"/>
              </a:buClr>
              <a:buSzPct val="50000"/>
              <a:buFont typeface="Wingdings" pitchFamily="2" charset="2"/>
              <a:buChar char="u"/>
              <a:defRPr/>
            </a:pPr>
            <a:r>
              <a:rPr lang="en-US" sz="2600"/>
              <a:t>Uses object initializers to initialize properties and fields. Since it has no name, we need to declare an implicitly typed variable to refer to it</a:t>
            </a:r>
          </a:p>
          <a:p>
            <a:pPr marL="342900" indent="-342900" algn="just">
              <a:spcBef>
                <a:spcPts val="300"/>
              </a:spcBef>
              <a:spcAft>
                <a:spcPts val="300"/>
              </a:spcAft>
              <a:buClr>
                <a:srgbClr val="973735"/>
              </a:buClr>
              <a:buSzPct val="50000"/>
              <a:buFont typeface="Wingdings" pitchFamily="2" charset="2"/>
              <a:buChar char="u"/>
              <a:defRPr/>
            </a:pPr>
            <a:r>
              <a:rPr lang="en-US" sz="2600"/>
              <a:t>Anonymous types are class types that derive directly from object, and that cannot be cast to any type except object</a:t>
            </a:r>
          </a:p>
        </p:txBody>
      </p:sp>
      <p:pic>
        <p:nvPicPr>
          <p:cNvPr id="11" name="Picture 10">
            <a:extLst>
              <a:ext uri="{FF2B5EF4-FFF2-40B4-BE49-F238E27FC236}">
                <a16:creationId xmlns:a16="http://schemas.microsoft.com/office/drawing/2014/main" id="{B3E0AF7E-F19E-424C-B82B-AEB1A5E07BE0}"/>
              </a:ext>
            </a:extLst>
          </p:cNvPr>
          <p:cNvPicPr>
            <a:picLocks noChangeAspect="1"/>
          </p:cNvPicPr>
          <p:nvPr/>
        </p:nvPicPr>
        <p:blipFill>
          <a:blip r:embed="rId3"/>
          <a:stretch>
            <a:fillRect/>
          </a:stretch>
        </p:blipFill>
        <p:spPr>
          <a:xfrm>
            <a:off x="305577" y="3602952"/>
            <a:ext cx="9810362" cy="2862540"/>
          </a:xfrm>
          <a:prstGeom prst="rect">
            <a:avLst/>
          </a:prstGeom>
        </p:spPr>
      </p:pic>
      <p:pic>
        <p:nvPicPr>
          <p:cNvPr id="3" name="Picture 2">
            <a:extLst>
              <a:ext uri="{FF2B5EF4-FFF2-40B4-BE49-F238E27FC236}">
                <a16:creationId xmlns:a16="http://schemas.microsoft.com/office/drawing/2014/main" id="{AC1CD7B3-DEF8-4642-AB2E-95A589257242}"/>
              </a:ext>
            </a:extLst>
          </p:cNvPr>
          <p:cNvPicPr>
            <a:picLocks noChangeAspect="1"/>
          </p:cNvPicPr>
          <p:nvPr/>
        </p:nvPicPr>
        <p:blipFill>
          <a:blip r:embed="rId4"/>
          <a:stretch>
            <a:fillRect/>
          </a:stretch>
        </p:blipFill>
        <p:spPr>
          <a:xfrm>
            <a:off x="8051050" y="5661730"/>
            <a:ext cx="4061812" cy="784928"/>
          </a:xfrm>
          <a:prstGeom prst="rect">
            <a:avLst/>
          </a:prstGeom>
        </p:spPr>
      </p:pic>
    </p:spTree>
    <p:extLst>
      <p:ext uri="{BB962C8B-B14F-4D97-AF65-F5344CB8AC3E}">
        <p14:creationId xmlns:p14="http://schemas.microsoft.com/office/powerpoint/2010/main" val="23104149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5D39F76-73CE-4174-BC34-4D5F55ED6C09}"/>
              </a:ext>
            </a:extLst>
          </p:cNvPr>
          <p:cNvSpPr>
            <a:spLocks noGrp="1"/>
          </p:cNvSpPr>
          <p:nvPr>
            <p:ph type="dt" sz="half" idx="10"/>
          </p:nvPr>
        </p:nvSpPr>
        <p:spPr/>
        <p:txBody>
          <a:bodyPr/>
          <a:lstStyle/>
          <a:p>
            <a:fld id="{5DCBE059-FAD7-45D8-8659-E6542D1E092D}" type="datetime1">
              <a:rPr lang="en-US" smtClean="0"/>
              <a:t>5/14/2024</a:t>
            </a:fld>
            <a:endParaRPr lang="en-US" dirty="0"/>
          </a:p>
        </p:txBody>
      </p:sp>
      <p:sp>
        <p:nvSpPr>
          <p:cNvPr id="5" name="Slide Number Placeholder 4">
            <a:extLst>
              <a:ext uri="{FF2B5EF4-FFF2-40B4-BE49-F238E27FC236}">
                <a16:creationId xmlns:a16="http://schemas.microsoft.com/office/drawing/2014/main" id="{75482629-7204-46A9-B9FC-6EBDDDF0150F}"/>
              </a:ext>
            </a:extLst>
          </p:cNvPr>
          <p:cNvSpPr>
            <a:spLocks noGrp="1"/>
          </p:cNvSpPr>
          <p:nvPr>
            <p:ph type="sldNum" sz="quarter" idx="12"/>
          </p:nvPr>
        </p:nvSpPr>
        <p:spPr/>
        <p:txBody>
          <a:bodyPr/>
          <a:lstStyle/>
          <a:p>
            <a:fld id="{CC0149FD-98BB-4821-915B-09C9BFE4B727}" type="slidenum">
              <a:rPr lang="en-US" smtClean="0"/>
              <a:pPr/>
              <a:t>33</a:t>
            </a:fld>
            <a:endParaRPr lang="en-US" dirty="0"/>
          </a:p>
        </p:txBody>
      </p:sp>
      <p:sp>
        <p:nvSpPr>
          <p:cNvPr id="7" name="Title 2">
            <a:extLst>
              <a:ext uri="{FF2B5EF4-FFF2-40B4-BE49-F238E27FC236}">
                <a16:creationId xmlns:a16="http://schemas.microsoft.com/office/drawing/2014/main" id="{10DFB8EF-E9FC-4EC2-B97A-4A665461E90C}"/>
              </a:ext>
            </a:extLst>
          </p:cNvPr>
          <p:cNvSpPr txBox="1">
            <a:spLocks/>
          </p:cNvSpPr>
          <p:nvPr/>
        </p:nvSpPr>
        <p:spPr bwMode="auto">
          <a:xfrm>
            <a:off x="225973" y="669395"/>
            <a:ext cx="8224344" cy="628814"/>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lvl1pPr algn="l" rtl="0" eaLnBrk="0" fontAlgn="base" hangingPunct="0">
              <a:lnSpc>
                <a:spcPct val="90000"/>
              </a:lnSpc>
              <a:spcBef>
                <a:spcPct val="0"/>
              </a:spcBef>
              <a:spcAft>
                <a:spcPct val="0"/>
              </a:spcAft>
              <a:defRPr sz="4000" b="1"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en-US" b="1" i="0" u="none" strike="noStrike" kern="1200" cap="none" spc="0" normalizeH="0" baseline="0" noProof="0">
                <a:ln>
                  <a:noFill/>
                </a:ln>
                <a:solidFill>
                  <a:sysClr val="windowText" lastClr="000000"/>
                </a:solidFill>
                <a:effectLst/>
                <a:uLnTx/>
                <a:uFillTx/>
                <a:ea typeface="+mj-ea"/>
                <a:cs typeface="+mj-cs"/>
              </a:rPr>
              <a:t>Object Initialize</a:t>
            </a:r>
          </a:p>
        </p:txBody>
      </p:sp>
      <p:sp>
        <p:nvSpPr>
          <p:cNvPr id="6" name="TextBox 5">
            <a:extLst>
              <a:ext uri="{FF2B5EF4-FFF2-40B4-BE49-F238E27FC236}">
                <a16:creationId xmlns:a16="http://schemas.microsoft.com/office/drawing/2014/main" id="{AF5D6B21-7099-4939-B1AA-6E949E5EF1DE}"/>
              </a:ext>
            </a:extLst>
          </p:cNvPr>
          <p:cNvSpPr txBox="1"/>
          <p:nvPr/>
        </p:nvSpPr>
        <p:spPr>
          <a:xfrm>
            <a:off x="0" y="1340253"/>
            <a:ext cx="12065876" cy="2169825"/>
          </a:xfrm>
          <a:prstGeom prst="rect">
            <a:avLst/>
          </a:prstGeom>
          <a:noFill/>
        </p:spPr>
        <p:txBody>
          <a:bodyPr wrap="square">
            <a:spAutoFit/>
          </a:bodyPr>
          <a:lstStyle/>
          <a:p>
            <a:pPr marL="342900" indent="-342900" algn="just">
              <a:spcBef>
                <a:spcPts val="300"/>
              </a:spcBef>
              <a:spcAft>
                <a:spcPts val="300"/>
              </a:spcAft>
              <a:buClr>
                <a:srgbClr val="973735"/>
              </a:buClr>
              <a:buSzPct val="50000"/>
              <a:buFont typeface="Wingdings" pitchFamily="2" charset="2"/>
              <a:buChar char="u"/>
              <a:defRPr/>
            </a:pPr>
            <a:r>
              <a:rPr lang="en-US" sz="2600"/>
              <a:t>Object initializers let we assign values to any accessible fields or properties of an object at creation time without having to invoke a constructor followed by lines of assignment statements</a:t>
            </a:r>
          </a:p>
          <a:p>
            <a:pPr marL="342900" indent="-342900" algn="just">
              <a:spcBef>
                <a:spcPts val="300"/>
              </a:spcBef>
              <a:spcAft>
                <a:spcPts val="300"/>
              </a:spcAft>
              <a:buClr>
                <a:srgbClr val="973735"/>
              </a:buClr>
              <a:buSzPct val="50000"/>
              <a:buFont typeface="Wingdings" pitchFamily="2" charset="2"/>
              <a:buChar char="u"/>
              <a:defRPr/>
            </a:pPr>
            <a:r>
              <a:rPr lang="en-US" sz="2600"/>
              <a:t>The object initializer syntax enables us to specify arguments for a constructor or omit the arguments</a:t>
            </a:r>
          </a:p>
        </p:txBody>
      </p:sp>
      <p:grpSp>
        <p:nvGrpSpPr>
          <p:cNvPr id="14" name="Group 13">
            <a:extLst>
              <a:ext uri="{FF2B5EF4-FFF2-40B4-BE49-F238E27FC236}">
                <a16:creationId xmlns:a16="http://schemas.microsoft.com/office/drawing/2014/main" id="{7DA6994E-99B4-4A48-A70C-0680C2DBBD7D}"/>
              </a:ext>
            </a:extLst>
          </p:cNvPr>
          <p:cNvGrpSpPr/>
          <p:nvPr/>
        </p:nvGrpSpPr>
        <p:grpSpPr>
          <a:xfrm>
            <a:off x="1593631" y="3542676"/>
            <a:ext cx="8382000" cy="2905425"/>
            <a:chOff x="1562100" y="3575274"/>
            <a:chExt cx="8382000" cy="2905425"/>
          </a:xfrm>
        </p:grpSpPr>
        <p:sp>
          <p:nvSpPr>
            <p:cNvPr id="8" name="TextBox 7">
              <a:extLst>
                <a:ext uri="{FF2B5EF4-FFF2-40B4-BE49-F238E27FC236}">
                  <a16:creationId xmlns:a16="http://schemas.microsoft.com/office/drawing/2014/main" id="{397048EE-950E-464F-9C48-DE8ED1981437}"/>
                </a:ext>
              </a:extLst>
            </p:cNvPr>
            <p:cNvSpPr txBox="1"/>
            <p:nvPr/>
          </p:nvSpPr>
          <p:spPr>
            <a:xfrm>
              <a:off x="2247900" y="3575274"/>
              <a:ext cx="7696200" cy="1200329"/>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a:defRPr/>
              </a:pPr>
              <a:r>
                <a:rPr lang="nl-BE" dirty="0">
                  <a:solidFill>
                    <a:srgbClr val="0000FF"/>
                  </a:solidFill>
                  <a:latin typeface="Consolas" panose="020B0609020204030204" pitchFamily="49" charset="0"/>
                </a:rPr>
                <a:t>class </a:t>
              </a:r>
              <a:r>
                <a:rPr lang="nl-BE" dirty="0">
                  <a:solidFill>
                    <a:schemeClr val="accent6">
                      <a:lumMod val="50000"/>
                    </a:schemeClr>
                  </a:solidFill>
                  <a:latin typeface="Consolas" panose="020B0609020204030204" pitchFamily="49" charset="0"/>
                </a:rPr>
                <a:t>Customer </a:t>
              </a:r>
              <a:r>
                <a:rPr lang="nl-BE" dirty="0">
                  <a:latin typeface="Consolas" panose="020B0609020204030204" pitchFamily="49" charset="0"/>
                </a:rPr>
                <a:t>{</a:t>
              </a:r>
              <a:br>
                <a:rPr lang="nl-BE" dirty="0">
                  <a:latin typeface="Consolas" panose="020B0609020204030204" pitchFamily="49" charset="0"/>
                </a:rPr>
              </a:br>
              <a:r>
                <a:rPr lang="nl-BE" dirty="0">
                  <a:latin typeface="Consolas" panose="020B0609020204030204" pitchFamily="49" charset="0"/>
                </a:rPr>
                <a:t>   </a:t>
              </a:r>
              <a:r>
                <a:rPr lang="nl-BE" dirty="0">
                  <a:solidFill>
                    <a:srgbClr val="0000FF"/>
                  </a:solidFill>
                  <a:latin typeface="Consolas" panose="020B0609020204030204" pitchFamily="49" charset="0"/>
                </a:rPr>
                <a:t>public string </a:t>
              </a:r>
              <a:r>
                <a:rPr lang="nl-BE" dirty="0">
                  <a:latin typeface="Consolas" panose="020B0609020204030204" pitchFamily="49" charset="0"/>
                </a:rPr>
                <a:t>Name { </a:t>
              </a:r>
              <a:r>
                <a:rPr lang="nl-BE" dirty="0">
                  <a:solidFill>
                    <a:srgbClr val="0000FF"/>
                  </a:solidFill>
                  <a:latin typeface="Consolas" panose="020B0609020204030204" pitchFamily="49" charset="0"/>
                </a:rPr>
                <a:t>get</a:t>
              </a:r>
              <a:r>
                <a:rPr lang="nl-BE" dirty="0">
                  <a:latin typeface="Consolas" panose="020B0609020204030204" pitchFamily="49" charset="0"/>
                </a:rPr>
                <a:t>; </a:t>
              </a:r>
              <a:r>
                <a:rPr lang="nl-BE" dirty="0">
                  <a:solidFill>
                    <a:srgbClr val="0000FF"/>
                  </a:solidFill>
                  <a:latin typeface="Consolas" panose="020B0609020204030204" pitchFamily="49" charset="0"/>
                </a:rPr>
                <a:t>set</a:t>
              </a:r>
              <a:r>
                <a:rPr lang="nl-BE" dirty="0">
                  <a:latin typeface="Consolas" panose="020B0609020204030204" pitchFamily="49" charset="0"/>
                </a:rPr>
                <a:t>; }</a:t>
              </a:r>
              <a:br>
                <a:rPr lang="nl-BE" dirty="0">
                  <a:latin typeface="Consolas" panose="020B0609020204030204" pitchFamily="49" charset="0"/>
                </a:rPr>
              </a:br>
              <a:r>
                <a:rPr lang="nl-BE" dirty="0">
                  <a:latin typeface="Consolas" panose="020B0609020204030204" pitchFamily="49" charset="0"/>
                </a:rPr>
                <a:t>   </a:t>
              </a:r>
              <a:r>
                <a:rPr lang="nl-BE" dirty="0">
                  <a:solidFill>
                    <a:srgbClr val="0000FF"/>
                  </a:solidFill>
                  <a:latin typeface="Consolas" panose="020B0609020204030204" pitchFamily="49" charset="0"/>
                </a:rPr>
                <a:t>public int </a:t>
              </a:r>
              <a:r>
                <a:rPr lang="nl-BE" dirty="0">
                  <a:latin typeface="Consolas" panose="020B0609020204030204" pitchFamily="49" charset="0"/>
                </a:rPr>
                <a:t>Age { </a:t>
              </a:r>
              <a:r>
                <a:rPr lang="nl-BE" dirty="0">
                  <a:solidFill>
                    <a:srgbClr val="0000FF"/>
                  </a:solidFill>
                  <a:latin typeface="Consolas" panose="020B0609020204030204" pitchFamily="49" charset="0"/>
                </a:rPr>
                <a:t>get</a:t>
              </a:r>
              <a:r>
                <a:rPr lang="nl-BE" dirty="0">
                  <a:latin typeface="Consolas" panose="020B0609020204030204" pitchFamily="49" charset="0"/>
                </a:rPr>
                <a:t>; </a:t>
              </a:r>
              <a:r>
                <a:rPr lang="nl-BE" dirty="0">
                  <a:solidFill>
                    <a:srgbClr val="0000FF"/>
                  </a:solidFill>
                  <a:latin typeface="Consolas" panose="020B0609020204030204" pitchFamily="49" charset="0"/>
                </a:rPr>
                <a:t>set</a:t>
              </a:r>
              <a:r>
                <a:rPr lang="nl-BE" dirty="0">
                  <a:latin typeface="Consolas" panose="020B0609020204030204" pitchFamily="49" charset="0"/>
                </a:rPr>
                <a:t>; }</a:t>
              </a:r>
              <a:br>
                <a:rPr lang="nl-BE" dirty="0">
                  <a:latin typeface="Consolas" panose="020B0609020204030204" pitchFamily="49" charset="0"/>
                </a:rPr>
              </a:br>
              <a:r>
                <a:rPr lang="nl-BE" dirty="0">
                  <a:latin typeface="Consolas" panose="020B0609020204030204" pitchFamily="49" charset="0"/>
                </a:rPr>
                <a:t>}</a:t>
              </a:r>
            </a:p>
          </p:txBody>
        </p:sp>
        <p:sp>
          <p:nvSpPr>
            <p:cNvPr id="9" name="TextBox 8">
              <a:extLst>
                <a:ext uri="{FF2B5EF4-FFF2-40B4-BE49-F238E27FC236}">
                  <a16:creationId xmlns:a16="http://schemas.microsoft.com/office/drawing/2014/main" id="{8392BD2B-71D5-450C-A52B-59DFDDB431D8}"/>
                </a:ext>
              </a:extLst>
            </p:cNvPr>
            <p:cNvSpPr txBox="1"/>
            <p:nvPr/>
          </p:nvSpPr>
          <p:spPr>
            <a:xfrm>
              <a:off x="2247900" y="4910932"/>
              <a:ext cx="7696200" cy="923330"/>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a:defRPr/>
              </a:pPr>
              <a:r>
                <a:rPr lang="nl-BE" dirty="0">
                  <a:solidFill>
                    <a:schemeClr val="accent6">
                      <a:lumMod val="50000"/>
                    </a:schemeClr>
                  </a:solidFill>
                  <a:latin typeface="Consolas" panose="020B0609020204030204" pitchFamily="49" charset="0"/>
                </a:rPr>
                <a:t>Customer</a:t>
              </a:r>
              <a:r>
                <a:rPr lang="nl-BE" dirty="0">
                  <a:solidFill>
                    <a:srgbClr val="0000FF"/>
                  </a:solidFill>
                  <a:latin typeface="Consolas" panose="020B0609020204030204" pitchFamily="49" charset="0"/>
                </a:rPr>
                <a:t> </a:t>
              </a:r>
              <a:r>
                <a:rPr lang="nl-BE" dirty="0">
                  <a:latin typeface="Consolas" panose="020B0609020204030204" pitchFamily="49" charset="0"/>
                </a:rPr>
                <a:t>c = </a:t>
              </a:r>
              <a:r>
                <a:rPr lang="nl-BE" dirty="0">
                  <a:solidFill>
                    <a:srgbClr val="0000FF"/>
                  </a:solidFill>
                  <a:latin typeface="Consolas" panose="020B0609020204030204" pitchFamily="49" charset="0"/>
                </a:rPr>
                <a:t>new </a:t>
              </a:r>
              <a:r>
                <a:rPr lang="nl-BE" dirty="0">
                  <a:solidFill>
                    <a:schemeClr val="accent6">
                      <a:lumMod val="50000"/>
                    </a:schemeClr>
                  </a:solidFill>
                  <a:latin typeface="Consolas" panose="020B0609020204030204" pitchFamily="49" charset="0"/>
                </a:rPr>
                <a:t>Customer</a:t>
              </a:r>
              <a:r>
                <a:rPr lang="nl-BE" dirty="0">
                  <a:latin typeface="Consolas" panose="020B0609020204030204" pitchFamily="49" charset="0"/>
                </a:rPr>
                <a:t>();</a:t>
              </a:r>
              <a:br>
                <a:rPr lang="nl-BE" dirty="0">
                  <a:latin typeface="Consolas" panose="020B0609020204030204" pitchFamily="49" charset="0"/>
                </a:rPr>
              </a:br>
              <a:r>
                <a:rPr lang="nl-BE" dirty="0">
                  <a:latin typeface="Consolas" panose="020B0609020204030204" pitchFamily="49" charset="0"/>
                </a:rPr>
                <a:t>c.Name </a:t>
              </a:r>
              <a:r>
                <a:rPr lang="nl-BE">
                  <a:latin typeface="Consolas" panose="020B0609020204030204" pitchFamily="49" charset="0"/>
                </a:rPr>
                <a:t>= </a:t>
              </a:r>
              <a:r>
                <a:rPr lang="en-US">
                  <a:solidFill>
                    <a:srgbClr val="C00000"/>
                  </a:solidFill>
                  <a:latin typeface="Consolas" panose="020B0609020204030204" pitchFamily="49" charset="0"/>
                </a:rPr>
                <a:t>"</a:t>
              </a:r>
              <a:r>
                <a:rPr lang="nl-BE">
                  <a:solidFill>
                    <a:srgbClr val="C00000"/>
                  </a:solidFill>
                  <a:latin typeface="Consolas" panose="020B0609020204030204" pitchFamily="49" charset="0"/>
                </a:rPr>
                <a:t>Jack</a:t>
              </a:r>
              <a:r>
                <a:rPr lang="en-US">
                  <a:solidFill>
                    <a:srgbClr val="C00000"/>
                  </a:solidFill>
                  <a:latin typeface="Consolas" panose="020B0609020204030204" pitchFamily="49" charset="0"/>
                </a:rPr>
                <a:t>"</a:t>
              </a:r>
              <a:r>
                <a:rPr lang="nl-BE">
                  <a:latin typeface="Consolas" panose="020B0609020204030204" pitchFamily="49" charset="0"/>
                </a:rPr>
                <a:t>;</a:t>
              </a:r>
              <a:br>
                <a:rPr lang="nl-BE" dirty="0">
                  <a:latin typeface="Consolas" panose="020B0609020204030204" pitchFamily="49" charset="0"/>
                </a:rPr>
              </a:br>
              <a:r>
                <a:rPr lang="nl-BE" dirty="0">
                  <a:latin typeface="Consolas" panose="020B0609020204030204" pitchFamily="49" charset="0"/>
                </a:rPr>
                <a:t>c.Age </a:t>
              </a:r>
              <a:r>
                <a:rPr lang="nl-BE">
                  <a:latin typeface="Consolas" panose="020B0609020204030204" pitchFamily="49" charset="0"/>
                </a:rPr>
                <a:t>= 20;</a:t>
              </a:r>
              <a:endParaRPr lang="nl-BE" dirty="0">
                <a:latin typeface="Consolas" panose="020B0609020204030204" pitchFamily="49" charset="0"/>
              </a:endParaRPr>
            </a:p>
          </p:txBody>
        </p:sp>
        <p:sp>
          <p:nvSpPr>
            <p:cNvPr id="10" name="TextBox 9">
              <a:extLst>
                <a:ext uri="{FF2B5EF4-FFF2-40B4-BE49-F238E27FC236}">
                  <a16:creationId xmlns:a16="http://schemas.microsoft.com/office/drawing/2014/main" id="{AB4F509D-264A-4E8C-B057-60C0488B7C7D}"/>
                </a:ext>
              </a:extLst>
            </p:cNvPr>
            <p:cNvSpPr txBox="1"/>
            <p:nvPr/>
          </p:nvSpPr>
          <p:spPr>
            <a:xfrm>
              <a:off x="2247900" y="5988580"/>
              <a:ext cx="7696200" cy="369332"/>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a:defRPr/>
              </a:pPr>
              <a:r>
                <a:rPr lang="nl-BE" dirty="0">
                  <a:solidFill>
                    <a:srgbClr val="0000FF"/>
                  </a:solidFill>
                  <a:latin typeface="Consolas" panose="020B0609020204030204" pitchFamily="49" charset="0"/>
                </a:rPr>
                <a:t>var </a:t>
              </a:r>
              <a:r>
                <a:rPr lang="nl-BE" dirty="0">
                  <a:latin typeface="Consolas" panose="020B0609020204030204" pitchFamily="49" charset="0"/>
                </a:rPr>
                <a:t>c = </a:t>
              </a:r>
              <a:r>
                <a:rPr lang="nl-BE" dirty="0">
                  <a:solidFill>
                    <a:srgbClr val="0000FF"/>
                  </a:solidFill>
                  <a:latin typeface="Consolas" panose="020B0609020204030204" pitchFamily="49" charset="0"/>
                </a:rPr>
                <a:t>new </a:t>
              </a:r>
              <a:r>
                <a:rPr lang="nl-BE" dirty="0">
                  <a:solidFill>
                    <a:schemeClr val="accent6">
                      <a:lumMod val="50000"/>
                    </a:schemeClr>
                  </a:solidFill>
                  <a:latin typeface="Consolas" panose="020B0609020204030204" pitchFamily="49" charset="0"/>
                </a:rPr>
                <a:t>Customer</a:t>
              </a:r>
              <a:r>
                <a:rPr lang="nl-BE" dirty="0">
                  <a:latin typeface="Consolas" panose="020B0609020204030204" pitchFamily="49" charset="0"/>
                </a:rPr>
                <a:t>(){ Name </a:t>
              </a:r>
              <a:r>
                <a:rPr lang="nl-BE">
                  <a:latin typeface="Consolas" panose="020B0609020204030204" pitchFamily="49" charset="0"/>
                </a:rPr>
                <a:t>= </a:t>
              </a:r>
              <a:r>
                <a:rPr lang="en-US">
                  <a:solidFill>
                    <a:srgbClr val="C00000"/>
                  </a:solidFill>
                  <a:latin typeface="Consolas" panose="020B0609020204030204" pitchFamily="49" charset="0"/>
                </a:rPr>
                <a:t>"</a:t>
              </a:r>
              <a:r>
                <a:rPr lang="nl-BE">
                  <a:solidFill>
                    <a:srgbClr val="C00000"/>
                  </a:solidFill>
                  <a:latin typeface="Consolas" panose="020B0609020204030204" pitchFamily="49" charset="0"/>
                </a:rPr>
                <a:t>Jack</a:t>
              </a:r>
              <a:r>
                <a:rPr lang="en-US">
                  <a:solidFill>
                    <a:srgbClr val="C00000"/>
                  </a:solidFill>
                  <a:latin typeface="Consolas" panose="020B0609020204030204" pitchFamily="49" charset="0"/>
                </a:rPr>
                <a:t>"</a:t>
              </a:r>
              <a:r>
                <a:rPr lang="nl-BE">
                  <a:latin typeface="Consolas" panose="020B0609020204030204" pitchFamily="49" charset="0"/>
                </a:rPr>
                <a:t>, </a:t>
              </a:r>
              <a:r>
                <a:rPr lang="nl-BE" dirty="0">
                  <a:latin typeface="Consolas" panose="020B0609020204030204" pitchFamily="49" charset="0"/>
                </a:rPr>
                <a:t>Age </a:t>
              </a:r>
              <a:r>
                <a:rPr lang="nl-BE">
                  <a:latin typeface="Consolas" panose="020B0609020204030204" pitchFamily="49" charset="0"/>
                </a:rPr>
                <a:t>= 20};</a:t>
              </a:r>
              <a:endParaRPr lang="nl-BE" dirty="0">
                <a:latin typeface="Consolas" panose="020B0609020204030204" pitchFamily="49" charset="0"/>
              </a:endParaRPr>
            </a:p>
          </p:txBody>
        </p:sp>
        <p:sp>
          <p:nvSpPr>
            <p:cNvPr id="11" name="AutoShape 13">
              <a:extLst>
                <a:ext uri="{FF2B5EF4-FFF2-40B4-BE49-F238E27FC236}">
                  <a16:creationId xmlns:a16="http://schemas.microsoft.com/office/drawing/2014/main" id="{93E489A1-0E32-4676-A79F-99F19AFA637F}"/>
                </a:ext>
              </a:extLst>
            </p:cNvPr>
            <p:cNvSpPr>
              <a:spLocks noChangeArrowheads="1"/>
            </p:cNvSpPr>
            <p:nvPr/>
          </p:nvSpPr>
          <p:spPr bwMode="auto">
            <a:xfrm>
              <a:off x="6972300" y="4877110"/>
              <a:ext cx="2895600" cy="914400"/>
            </a:xfrm>
            <a:prstGeom prst="wedgeRoundRectCallout">
              <a:avLst>
                <a:gd name="adj1" fmla="val -98602"/>
                <a:gd name="adj2" fmla="val 76690"/>
                <a:gd name="adj3" fmla="val 16667"/>
              </a:avLst>
            </a:prstGeom>
            <a:solidFill>
              <a:schemeClr val="bg2">
                <a:lumMod val="60000"/>
                <a:lumOff val="40000"/>
                <a:alpha val="50000"/>
              </a:schemeClr>
            </a:solidFill>
            <a:ln w="12700" algn="ctr">
              <a:solidFill>
                <a:schemeClr val="folHlink"/>
              </a:solidFill>
              <a:miter lim="800000"/>
              <a:headEnd type="none" w="sm" len="sm"/>
              <a:tailEnd type="none" w="sm" len="sm"/>
            </a:ln>
            <a:effectLst/>
          </p:spPr>
          <p:txBody>
            <a:bodyPr anchor="ctr"/>
            <a:lstStyle/>
            <a:p>
              <a:pPr algn="ctr">
                <a:lnSpc>
                  <a:spcPct val="90000"/>
                </a:lnSpc>
                <a:defRPr/>
              </a:pPr>
              <a:r>
                <a:rPr lang="en-US" dirty="0">
                  <a:solidFill>
                    <a:srgbClr val="FF0000"/>
                  </a:solidFill>
                  <a:latin typeface="+mj-lt"/>
                  <a:cs typeface="Arial" charset="0"/>
                </a:rPr>
                <a:t>Can be combined with any constructor call</a:t>
              </a:r>
            </a:p>
          </p:txBody>
        </p:sp>
        <p:sp>
          <p:nvSpPr>
            <p:cNvPr id="13" name="AutoShape 11">
              <a:extLst>
                <a:ext uri="{FF2B5EF4-FFF2-40B4-BE49-F238E27FC236}">
                  <a16:creationId xmlns:a16="http://schemas.microsoft.com/office/drawing/2014/main" id="{04A2CAC9-3334-4DBC-9EBB-F201B0584DA1}"/>
                </a:ext>
              </a:extLst>
            </p:cNvPr>
            <p:cNvSpPr>
              <a:spLocks noChangeArrowheads="1"/>
            </p:cNvSpPr>
            <p:nvPr/>
          </p:nvSpPr>
          <p:spPr bwMode="auto">
            <a:xfrm>
              <a:off x="1562100" y="5096799"/>
              <a:ext cx="685800" cy="1383900"/>
            </a:xfrm>
            <a:prstGeom prst="curvedRightArrow">
              <a:avLst>
                <a:gd name="adj1" fmla="val 48223"/>
                <a:gd name="adj2" fmla="val 161226"/>
                <a:gd name="adj3" fmla="val 33333"/>
              </a:avLst>
            </a:prstGeom>
            <a:solidFill>
              <a:srgbClr val="00B0F0">
                <a:alpha val="50195"/>
              </a:srgbClr>
            </a:solidFill>
            <a:ln w="12700">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nl-BE" altLang="en-US" sz="140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1403192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5D39F76-73CE-4174-BC34-4D5F55ED6C09}"/>
              </a:ext>
            </a:extLst>
          </p:cNvPr>
          <p:cNvSpPr>
            <a:spLocks noGrp="1"/>
          </p:cNvSpPr>
          <p:nvPr>
            <p:ph type="dt" sz="half" idx="10"/>
          </p:nvPr>
        </p:nvSpPr>
        <p:spPr/>
        <p:txBody>
          <a:bodyPr/>
          <a:lstStyle/>
          <a:p>
            <a:fld id="{5DCBE059-FAD7-45D8-8659-E6542D1E092D}" type="datetime1">
              <a:rPr lang="en-US" smtClean="0"/>
              <a:t>5/14/2024</a:t>
            </a:fld>
            <a:endParaRPr lang="en-US" dirty="0"/>
          </a:p>
        </p:txBody>
      </p:sp>
      <p:sp>
        <p:nvSpPr>
          <p:cNvPr id="5" name="Slide Number Placeholder 4">
            <a:extLst>
              <a:ext uri="{FF2B5EF4-FFF2-40B4-BE49-F238E27FC236}">
                <a16:creationId xmlns:a16="http://schemas.microsoft.com/office/drawing/2014/main" id="{75482629-7204-46A9-B9FC-6EBDDDF0150F}"/>
              </a:ext>
            </a:extLst>
          </p:cNvPr>
          <p:cNvSpPr>
            <a:spLocks noGrp="1"/>
          </p:cNvSpPr>
          <p:nvPr>
            <p:ph type="sldNum" sz="quarter" idx="12"/>
          </p:nvPr>
        </p:nvSpPr>
        <p:spPr/>
        <p:txBody>
          <a:bodyPr/>
          <a:lstStyle/>
          <a:p>
            <a:fld id="{CC0149FD-98BB-4821-915B-09C9BFE4B727}" type="slidenum">
              <a:rPr lang="en-US" smtClean="0"/>
              <a:pPr/>
              <a:t>34</a:t>
            </a:fld>
            <a:endParaRPr lang="en-US" dirty="0"/>
          </a:p>
        </p:txBody>
      </p:sp>
      <p:sp>
        <p:nvSpPr>
          <p:cNvPr id="7" name="Title 2">
            <a:extLst>
              <a:ext uri="{FF2B5EF4-FFF2-40B4-BE49-F238E27FC236}">
                <a16:creationId xmlns:a16="http://schemas.microsoft.com/office/drawing/2014/main" id="{10DFB8EF-E9FC-4EC2-B97A-4A665461E90C}"/>
              </a:ext>
            </a:extLst>
          </p:cNvPr>
          <p:cNvSpPr txBox="1">
            <a:spLocks/>
          </p:cNvSpPr>
          <p:nvPr/>
        </p:nvSpPr>
        <p:spPr bwMode="auto">
          <a:xfrm>
            <a:off x="246994" y="716509"/>
            <a:ext cx="10430242" cy="628814"/>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lvl1pPr algn="l" rtl="0" eaLnBrk="0" fontAlgn="base" hangingPunct="0">
              <a:lnSpc>
                <a:spcPct val="90000"/>
              </a:lnSpc>
              <a:spcBef>
                <a:spcPct val="0"/>
              </a:spcBef>
              <a:spcAft>
                <a:spcPct val="0"/>
              </a:spcAft>
              <a:defRPr sz="4000" b="1"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lang="en-US"/>
              <a:t>R</a:t>
            </a:r>
            <a:r>
              <a:rPr lang="en-US" sz="4000"/>
              <a:t>eadonly Member and C</a:t>
            </a:r>
            <a:r>
              <a:rPr lang="en-US"/>
              <a:t>onst Keyword</a:t>
            </a:r>
            <a:endParaRPr lang="en-IN" altLang="en-US"/>
          </a:p>
        </p:txBody>
      </p:sp>
      <p:sp>
        <p:nvSpPr>
          <p:cNvPr id="6" name="TextBox 5">
            <a:extLst>
              <a:ext uri="{FF2B5EF4-FFF2-40B4-BE49-F238E27FC236}">
                <a16:creationId xmlns:a16="http://schemas.microsoft.com/office/drawing/2014/main" id="{8A82E10C-4A4D-4F3E-B876-B33D3860ECBD}"/>
              </a:ext>
            </a:extLst>
          </p:cNvPr>
          <p:cNvSpPr txBox="1"/>
          <p:nvPr/>
        </p:nvSpPr>
        <p:spPr>
          <a:xfrm>
            <a:off x="-64655" y="1345323"/>
            <a:ext cx="12173528" cy="4681025"/>
          </a:xfrm>
          <a:prstGeom prst="rect">
            <a:avLst/>
          </a:prstGeom>
          <a:noFill/>
        </p:spPr>
        <p:txBody>
          <a:bodyPr wrap="square">
            <a:spAutoFit/>
          </a:bodyPr>
          <a:lstStyle/>
          <a:p>
            <a:pPr marL="342900" indent="-342900" algn="just">
              <a:lnSpc>
                <a:spcPct val="150000"/>
              </a:lnSpc>
              <a:spcBef>
                <a:spcPts val="600"/>
              </a:spcBef>
              <a:spcAft>
                <a:spcPts val="600"/>
              </a:spcAft>
              <a:buClr>
                <a:srgbClr val="973735"/>
              </a:buClr>
              <a:buSzPct val="50000"/>
              <a:buFont typeface="Wingdings" pitchFamily="2" charset="2"/>
              <a:buChar char="u"/>
              <a:defRPr/>
            </a:pPr>
            <a:r>
              <a:rPr lang="en-US" sz="2600"/>
              <a:t>In a field declaration, </a:t>
            </a:r>
            <a:r>
              <a:rPr lang="en-US" sz="2600">
                <a:solidFill>
                  <a:srgbClr val="00B0F0"/>
                </a:solidFill>
              </a:rPr>
              <a:t>readonly</a:t>
            </a:r>
            <a:r>
              <a:rPr lang="en-US" sz="2600"/>
              <a:t> indicates that assignment to the field can only occur as part of the declaration or in a constructor in the same class</a:t>
            </a:r>
          </a:p>
          <a:p>
            <a:pPr marL="342900" indent="-342900" algn="just">
              <a:lnSpc>
                <a:spcPct val="150000"/>
              </a:lnSpc>
              <a:spcBef>
                <a:spcPts val="600"/>
              </a:spcBef>
              <a:spcAft>
                <a:spcPts val="600"/>
              </a:spcAft>
              <a:buClr>
                <a:srgbClr val="973735"/>
              </a:buClr>
              <a:buSzPct val="50000"/>
              <a:buFont typeface="Wingdings" pitchFamily="2" charset="2"/>
              <a:buChar char="u"/>
              <a:defRPr/>
            </a:pPr>
            <a:r>
              <a:rPr lang="en-US" sz="2600"/>
              <a:t>A readonly field can't be assigned after the constructor exits</a:t>
            </a:r>
          </a:p>
          <a:p>
            <a:pPr marL="342900" indent="-342900" algn="just">
              <a:lnSpc>
                <a:spcPct val="150000"/>
              </a:lnSpc>
              <a:spcBef>
                <a:spcPts val="600"/>
              </a:spcBef>
              <a:spcAft>
                <a:spcPts val="600"/>
              </a:spcAft>
              <a:buClr>
                <a:srgbClr val="973735"/>
              </a:buClr>
              <a:buSzPct val="50000"/>
              <a:buFont typeface="Wingdings" pitchFamily="2" charset="2"/>
              <a:buChar char="u"/>
              <a:defRPr/>
            </a:pPr>
            <a:r>
              <a:rPr lang="en-US" sz="2600"/>
              <a:t>A </a:t>
            </a:r>
            <a:r>
              <a:rPr lang="en-US" sz="2600">
                <a:solidFill>
                  <a:srgbClr val="00B0F0"/>
                </a:solidFill>
              </a:rPr>
              <a:t>const</a:t>
            </a:r>
            <a:r>
              <a:rPr lang="en-US" sz="2600"/>
              <a:t> field can only be initialized at the declaration of the field(a compile-time constant)</a:t>
            </a:r>
          </a:p>
          <a:p>
            <a:pPr marL="342900" indent="-342900" algn="just">
              <a:lnSpc>
                <a:spcPct val="150000"/>
              </a:lnSpc>
              <a:spcBef>
                <a:spcPts val="600"/>
              </a:spcBef>
              <a:spcAft>
                <a:spcPts val="600"/>
              </a:spcAft>
              <a:buClr>
                <a:srgbClr val="973735"/>
              </a:buClr>
              <a:buSzPct val="50000"/>
              <a:buFont typeface="Wingdings" pitchFamily="2" charset="2"/>
              <a:buChar char="u"/>
              <a:defRPr/>
            </a:pPr>
            <a:r>
              <a:rPr lang="en-US" sz="2600"/>
              <a:t>A </a:t>
            </a:r>
            <a:r>
              <a:rPr lang="en-US" sz="2600">
                <a:solidFill>
                  <a:srgbClr val="00B0F0"/>
                </a:solidFill>
              </a:rPr>
              <a:t>readonly</a:t>
            </a:r>
            <a:r>
              <a:rPr lang="en-US" sz="2600"/>
              <a:t> field can be assigned multiple times in the field declaration and in any constructor(a run-time constants)</a:t>
            </a:r>
          </a:p>
        </p:txBody>
      </p:sp>
    </p:spTree>
    <p:extLst>
      <p:ext uri="{BB962C8B-B14F-4D97-AF65-F5344CB8AC3E}">
        <p14:creationId xmlns:p14="http://schemas.microsoft.com/office/powerpoint/2010/main" val="192503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5D39F76-73CE-4174-BC34-4D5F55ED6C09}"/>
              </a:ext>
            </a:extLst>
          </p:cNvPr>
          <p:cNvSpPr>
            <a:spLocks noGrp="1"/>
          </p:cNvSpPr>
          <p:nvPr>
            <p:ph type="dt" sz="half" idx="10"/>
          </p:nvPr>
        </p:nvSpPr>
        <p:spPr/>
        <p:txBody>
          <a:bodyPr/>
          <a:lstStyle/>
          <a:p>
            <a:fld id="{5DCBE059-FAD7-45D8-8659-E6542D1E092D}" type="datetime1">
              <a:rPr lang="en-US" smtClean="0"/>
              <a:t>5/14/2024</a:t>
            </a:fld>
            <a:endParaRPr lang="en-US" dirty="0"/>
          </a:p>
        </p:txBody>
      </p:sp>
      <p:sp>
        <p:nvSpPr>
          <p:cNvPr id="5" name="Slide Number Placeholder 4">
            <a:extLst>
              <a:ext uri="{FF2B5EF4-FFF2-40B4-BE49-F238E27FC236}">
                <a16:creationId xmlns:a16="http://schemas.microsoft.com/office/drawing/2014/main" id="{75482629-7204-46A9-B9FC-6EBDDDF0150F}"/>
              </a:ext>
            </a:extLst>
          </p:cNvPr>
          <p:cNvSpPr>
            <a:spLocks noGrp="1"/>
          </p:cNvSpPr>
          <p:nvPr>
            <p:ph type="sldNum" sz="quarter" idx="12"/>
          </p:nvPr>
        </p:nvSpPr>
        <p:spPr/>
        <p:txBody>
          <a:bodyPr/>
          <a:lstStyle/>
          <a:p>
            <a:fld id="{CC0149FD-98BB-4821-915B-09C9BFE4B727}" type="slidenum">
              <a:rPr lang="en-US" smtClean="0"/>
              <a:pPr/>
              <a:t>35</a:t>
            </a:fld>
            <a:endParaRPr lang="en-US" dirty="0"/>
          </a:p>
        </p:txBody>
      </p:sp>
      <p:sp>
        <p:nvSpPr>
          <p:cNvPr id="7" name="Title 2">
            <a:extLst>
              <a:ext uri="{FF2B5EF4-FFF2-40B4-BE49-F238E27FC236}">
                <a16:creationId xmlns:a16="http://schemas.microsoft.com/office/drawing/2014/main" id="{10DFB8EF-E9FC-4EC2-B97A-4A665461E90C}"/>
              </a:ext>
            </a:extLst>
          </p:cNvPr>
          <p:cNvSpPr txBox="1">
            <a:spLocks/>
          </p:cNvSpPr>
          <p:nvPr/>
        </p:nvSpPr>
        <p:spPr bwMode="auto">
          <a:xfrm>
            <a:off x="246993" y="716509"/>
            <a:ext cx="9496097" cy="628814"/>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lvl1pPr algn="l" rtl="0" eaLnBrk="0" fontAlgn="base" hangingPunct="0">
              <a:lnSpc>
                <a:spcPct val="90000"/>
              </a:lnSpc>
              <a:spcBef>
                <a:spcPct val="0"/>
              </a:spcBef>
              <a:spcAft>
                <a:spcPct val="0"/>
              </a:spcAft>
              <a:defRPr sz="4000" b="1"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lang="en-US"/>
              <a:t>R</a:t>
            </a:r>
            <a:r>
              <a:rPr lang="en-US" sz="4000"/>
              <a:t>eadonly member and </a:t>
            </a:r>
            <a:r>
              <a:rPr lang="en-US"/>
              <a:t>const keyword</a:t>
            </a:r>
            <a:endParaRPr lang="en-IN" altLang="en-US"/>
          </a:p>
        </p:txBody>
      </p:sp>
      <p:pic>
        <p:nvPicPr>
          <p:cNvPr id="3" name="Picture 2">
            <a:extLst>
              <a:ext uri="{FF2B5EF4-FFF2-40B4-BE49-F238E27FC236}">
                <a16:creationId xmlns:a16="http://schemas.microsoft.com/office/drawing/2014/main" id="{B90C9849-99B2-4939-914F-7786EB5E4F71}"/>
              </a:ext>
            </a:extLst>
          </p:cNvPr>
          <p:cNvPicPr>
            <a:picLocks noChangeAspect="1"/>
          </p:cNvPicPr>
          <p:nvPr/>
        </p:nvPicPr>
        <p:blipFill>
          <a:blip r:embed="rId3"/>
          <a:stretch>
            <a:fillRect/>
          </a:stretch>
        </p:blipFill>
        <p:spPr>
          <a:xfrm>
            <a:off x="0" y="1650054"/>
            <a:ext cx="6302286" cy="4778154"/>
          </a:xfrm>
          <a:prstGeom prst="rect">
            <a:avLst/>
          </a:prstGeom>
        </p:spPr>
      </p:pic>
      <p:pic>
        <p:nvPicPr>
          <p:cNvPr id="11" name="Picture 10">
            <a:extLst>
              <a:ext uri="{FF2B5EF4-FFF2-40B4-BE49-F238E27FC236}">
                <a16:creationId xmlns:a16="http://schemas.microsoft.com/office/drawing/2014/main" id="{9723FBA4-E7A5-4FB9-A25E-A12879571652}"/>
              </a:ext>
            </a:extLst>
          </p:cNvPr>
          <p:cNvPicPr>
            <a:picLocks noChangeAspect="1"/>
          </p:cNvPicPr>
          <p:nvPr/>
        </p:nvPicPr>
        <p:blipFill>
          <a:blip r:embed="rId4"/>
          <a:stretch>
            <a:fillRect/>
          </a:stretch>
        </p:blipFill>
        <p:spPr>
          <a:xfrm>
            <a:off x="5728138" y="1648678"/>
            <a:ext cx="6463862" cy="2312047"/>
          </a:xfrm>
          <a:prstGeom prst="rect">
            <a:avLst/>
          </a:prstGeom>
        </p:spPr>
      </p:pic>
      <p:pic>
        <p:nvPicPr>
          <p:cNvPr id="13" name="Picture 12">
            <a:extLst>
              <a:ext uri="{FF2B5EF4-FFF2-40B4-BE49-F238E27FC236}">
                <a16:creationId xmlns:a16="http://schemas.microsoft.com/office/drawing/2014/main" id="{83411771-1D3A-433D-A88D-1A754D433139}"/>
              </a:ext>
            </a:extLst>
          </p:cNvPr>
          <p:cNvPicPr>
            <a:picLocks noChangeAspect="1"/>
          </p:cNvPicPr>
          <p:nvPr/>
        </p:nvPicPr>
        <p:blipFill>
          <a:blip r:embed="rId5"/>
          <a:stretch>
            <a:fillRect/>
          </a:stretch>
        </p:blipFill>
        <p:spPr>
          <a:xfrm>
            <a:off x="7877503" y="4444364"/>
            <a:ext cx="3053254" cy="1227099"/>
          </a:xfrm>
          <a:prstGeom prst="rect">
            <a:avLst/>
          </a:prstGeom>
        </p:spPr>
      </p:pic>
    </p:spTree>
    <p:extLst>
      <p:ext uri="{BB962C8B-B14F-4D97-AF65-F5344CB8AC3E}">
        <p14:creationId xmlns:p14="http://schemas.microsoft.com/office/powerpoint/2010/main" val="18207945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5D39F76-73CE-4174-BC34-4D5F55ED6C09}"/>
              </a:ext>
            </a:extLst>
          </p:cNvPr>
          <p:cNvSpPr>
            <a:spLocks noGrp="1"/>
          </p:cNvSpPr>
          <p:nvPr>
            <p:ph type="dt" sz="half" idx="10"/>
          </p:nvPr>
        </p:nvSpPr>
        <p:spPr/>
        <p:txBody>
          <a:bodyPr/>
          <a:lstStyle/>
          <a:p>
            <a:fld id="{5DCBE059-FAD7-45D8-8659-E6542D1E092D}" type="datetime1">
              <a:rPr lang="en-US" smtClean="0"/>
              <a:t>5/14/2024</a:t>
            </a:fld>
            <a:endParaRPr lang="en-US" dirty="0"/>
          </a:p>
        </p:txBody>
      </p:sp>
      <p:sp>
        <p:nvSpPr>
          <p:cNvPr id="5" name="Slide Number Placeholder 4">
            <a:extLst>
              <a:ext uri="{FF2B5EF4-FFF2-40B4-BE49-F238E27FC236}">
                <a16:creationId xmlns:a16="http://schemas.microsoft.com/office/drawing/2014/main" id="{75482629-7204-46A9-B9FC-6EBDDDF0150F}"/>
              </a:ext>
            </a:extLst>
          </p:cNvPr>
          <p:cNvSpPr>
            <a:spLocks noGrp="1"/>
          </p:cNvSpPr>
          <p:nvPr>
            <p:ph type="sldNum" sz="quarter" idx="12"/>
          </p:nvPr>
        </p:nvSpPr>
        <p:spPr/>
        <p:txBody>
          <a:bodyPr/>
          <a:lstStyle/>
          <a:p>
            <a:fld id="{CC0149FD-98BB-4821-915B-09C9BFE4B727}" type="slidenum">
              <a:rPr lang="en-US" smtClean="0"/>
              <a:pPr/>
              <a:t>36</a:t>
            </a:fld>
            <a:endParaRPr lang="en-US" dirty="0"/>
          </a:p>
        </p:txBody>
      </p:sp>
      <p:sp>
        <p:nvSpPr>
          <p:cNvPr id="7" name="Title 2">
            <a:extLst>
              <a:ext uri="{FF2B5EF4-FFF2-40B4-BE49-F238E27FC236}">
                <a16:creationId xmlns:a16="http://schemas.microsoft.com/office/drawing/2014/main" id="{10DFB8EF-E9FC-4EC2-B97A-4A665461E90C}"/>
              </a:ext>
            </a:extLst>
          </p:cNvPr>
          <p:cNvSpPr txBox="1">
            <a:spLocks/>
          </p:cNvSpPr>
          <p:nvPr/>
        </p:nvSpPr>
        <p:spPr bwMode="auto">
          <a:xfrm>
            <a:off x="257504" y="716509"/>
            <a:ext cx="6637282" cy="628814"/>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lvl1pPr algn="l" rtl="0" eaLnBrk="0" fontAlgn="base" hangingPunct="0">
              <a:lnSpc>
                <a:spcPct val="90000"/>
              </a:lnSpc>
              <a:spcBef>
                <a:spcPct val="0"/>
              </a:spcBef>
              <a:spcAft>
                <a:spcPct val="0"/>
              </a:spcAft>
              <a:defRPr sz="4000" b="1"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en-US" b="1" i="0" u="none" strike="noStrike" kern="1200" cap="none" spc="0" normalizeH="0" baseline="0" noProof="0">
                <a:ln>
                  <a:noFill/>
                </a:ln>
                <a:solidFill>
                  <a:sysClr val="windowText" lastClr="000000"/>
                </a:solidFill>
                <a:effectLst/>
                <a:uLnTx/>
                <a:uFillTx/>
                <a:ea typeface="+mj-ea"/>
                <a:cs typeface="+mj-cs"/>
              </a:rPr>
              <a:t>Record type</a:t>
            </a:r>
          </a:p>
        </p:txBody>
      </p:sp>
      <p:sp>
        <p:nvSpPr>
          <p:cNvPr id="6" name="TextBox 5">
            <a:extLst>
              <a:ext uri="{FF2B5EF4-FFF2-40B4-BE49-F238E27FC236}">
                <a16:creationId xmlns:a16="http://schemas.microsoft.com/office/drawing/2014/main" id="{621CD7CF-6C8F-42AA-887B-5537302CC7F6}"/>
              </a:ext>
            </a:extLst>
          </p:cNvPr>
          <p:cNvSpPr txBox="1"/>
          <p:nvPr/>
        </p:nvSpPr>
        <p:spPr>
          <a:xfrm>
            <a:off x="-64652" y="1430383"/>
            <a:ext cx="12192000" cy="1846659"/>
          </a:xfrm>
          <a:prstGeom prst="rect">
            <a:avLst/>
          </a:prstGeom>
          <a:noFill/>
        </p:spPr>
        <p:txBody>
          <a:bodyPr wrap="square">
            <a:spAutoFit/>
          </a:bodyPr>
          <a:lstStyle/>
          <a:p>
            <a:pPr marL="342900" indent="-342900" algn="just">
              <a:spcBef>
                <a:spcPts val="300"/>
              </a:spcBef>
              <a:spcAft>
                <a:spcPts val="300"/>
              </a:spcAft>
              <a:buClr>
                <a:srgbClr val="973735"/>
              </a:buClr>
              <a:buSzPct val="50000"/>
              <a:buFont typeface="Wingdings" pitchFamily="2" charset="2"/>
              <a:buChar char="u"/>
              <a:defRPr/>
            </a:pPr>
            <a:r>
              <a:rPr lang="en-US" sz="2600" dirty="0"/>
              <a:t>Records type is a new reference type that we can create instead of classes or </a:t>
            </a:r>
            <a:r>
              <a:rPr lang="en-US" sz="2600" dirty="0" err="1"/>
              <a:t>structs</a:t>
            </a:r>
            <a:endParaRPr lang="en-US" sz="2600" dirty="0"/>
          </a:p>
          <a:p>
            <a:pPr marL="342900" indent="-342900" algn="just">
              <a:spcBef>
                <a:spcPts val="300"/>
              </a:spcBef>
              <a:spcAft>
                <a:spcPts val="300"/>
              </a:spcAft>
              <a:buClr>
                <a:srgbClr val="973735"/>
              </a:buClr>
              <a:buSzPct val="50000"/>
              <a:buFont typeface="Wingdings" pitchFamily="2" charset="2"/>
              <a:buChar char="u"/>
              <a:defRPr/>
            </a:pPr>
            <a:r>
              <a:rPr lang="en-US" sz="2600" dirty="0"/>
              <a:t>Records are distinct from classes in that record types use value-based equality</a:t>
            </a:r>
          </a:p>
          <a:p>
            <a:pPr marL="342900" indent="-342900" algn="just">
              <a:spcBef>
                <a:spcPts val="300"/>
              </a:spcBef>
              <a:spcAft>
                <a:spcPts val="300"/>
              </a:spcAft>
              <a:buClr>
                <a:srgbClr val="973735"/>
              </a:buClr>
              <a:buSzPct val="50000"/>
              <a:buFont typeface="Wingdings" pitchFamily="2" charset="2"/>
              <a:buChar char="u"/>
              <a:defRPr/>
            </a:pPr>
            <a:r>
              <a:rPr lang="en-US" sz="2600" dirty="0"/>
              <a:t>We define a </a:t>
            </a:r>
            <a:r>
              <a:rPr lang="en-US" sz="2600" b="1" dirty="0"/>
              <a:t>record</a:t>
            </a:r>
            <a:r>
              <a:rPr lang="en-US" sz="2600" dirty="0"/>
              <a:t> by declaring a type with the </a:t>
            </a:r>
            <a:r>
              <a:rPr lang="en-US" sz="2600" b="1" dirty="0"/>
              <a:t>record</a:t>
            </a:r>
            <a:r>
              <a:rPr lang="en-US" sz="2600" dirty="0"/>
              <a:t> keyword</a:t>
            </a:r>
          </a:p>
        </p:txBody>
      </p:sp>
      <p:pic>
        <p:nvPicPr>
          <p:cNvPr id="9" name="Picture 8">
            <a:extLst>
              <a:ext uri="{FF2B5EF4-FFF2-40B4-BE49-F238E27FC236}">
                <a16:creationId xmlns:a16="http://schemas.microsoft.com/office/drawing/2014/main" id="{E5858377-7FC8-4E4F-9191-55AC5EF8CC10}"/>
              </a:ext>
            </a:extLst>
          </p:cNvPr>
          <p:cNvPicPr>
            <a:picLocks noChangeAspect="1"/>
          </p:cNvPicPr>
          <p:nvPr/>
        </p:nvPicPr>
        <p:blipFill>
          <a:blip r:embed="rId3"/>
          <a:stretch>
            <a:fillRect/>
          </a:stretch>
        </p:blipFill>
        <p:spPr>
          <a:xfrm>
            <a:off x="104278" y="3486739"/>
            <a:ext cx="5815959" cy="2124482"/>
          </a:xfrm>
          <a:prstGeom prst="rect">
            <a:avLst/>
          </a:prstGeom>
          <a:ln>
            <a:solidFill>
              <a:srgbClr val="FF0000"/>
            </a:solidFill>
          </a:ln>
        </p:spPr>
      </p:pic>
      <p:pic>
        <p:nvPicPr>
          <p:cNvPr id="11" name="Picture 10">
            <a:extLst>
              <a:ext uri="{FF2B5EF4-FFF2-40B4-BE49-F238E27FC236}">
                <a16:creationId xmlns:a16="http://schemas.microsoft.com/office/drawing/2014/main" id="{0E92AFF0-4CB1-4553-91C6-C23D23E7E772}"/>
              </a:ext>
            </a:extLst>
          </p:cNvPr>
          <p:cNvPicPr>
            <a:picLocks noChangeAspect="1"/>
          </p:cNvPicPr>
          <p:nvPr/>
        </p:nvPicPr>
        <p:blipFill>
          <a:blip r:embed="rId4"/>
          <a:stretch>
            <a:fillRect/>
          </a:stretch>
        </p:blipFill>
        <p:spPr>
          <a:xfrm>
            <a:off x="6096000" y="3486739"/>
            <a:ext cx="5992800" cy="524428"/>
          </a:xfrm>
          <a:prstGeom prst="rect">
            <a:avLst/>
          </a:prstGeom>
          <a:ln>
            <a:solidFill>
              <a:srgbClr val="FF0000"/>
            </a:solidFill>
          </a:ln>
        </p:spPr>
      </p:pic>
    </p:spTree>
    <p:extLst>
      <p:ext uri="{BB962C8B-B14F-4D97-AF65-F5344CB8AC3E}">
        <p14:creationId xmlns:p14="http://schemas.microsoft.com/office/powerpoint/2010/main" val="17416556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5D39F76-73CE-4174-BC34-4D5F55ED6C09}"/>
              </a:ext>
            </a:extLst>
          </p:cNvPr>
          <p:cNvSpPr>
            <a:spLocks noGrp="1"/>
          </p:cNvSpPr>
          <p:nvPr>
            <p:ph type="dt" sz="half" idx="10"/>
          </p:nvPr>
        </p:nvSpPr>
        <p:spPr/>
        <p:txBody>
          <a:bodyPr/>
          <a:lstStyle/>
          <a:p>
            <a:fld id="{5DCBE059-FAD7-45D8-8659-E6542D1E092D}" type="datetime1">
              <a:rPr lang="en-US" smtClean="0"/>
              <a:t>5/14/2024</a:t>
            </a:fld>
            <a:endParaRPr lang="en-US" dirty="0"/>
          </a:p>
        </p:txBody>
      </p:sp>
      <p:sp>
        <p:nvSpPr>
          <p:cNvPr id="5" name="Slide Number Placeholder 4">
            <a:extLst>
              <a:ext uri="{FF2B5EF4-FFF2-40B4-BE49-F238E27FC236}">
                <a16:creationId xmlns:a16="http://schemas.microsoft.com/office/drawing/2014/main" id="{75482629-7204-46A9-B9FC-6EBDDDF0150F}"/>
              </a:ext>
            </a:extLst>
          </p:cNvPr>
          <p:cNvSpPr>
            <a:spLocks noGrp="1"/>
          </p:cNvSpPr>
          <p:nvPr>
            <p:ph type="sldNum" sz="quarter" idx="12"/>
          </p:nvPr>
        </p:nvSpPr>
        <p:spPr/>
        <p:txBody>
          <a:bodyPr/>
          <a:lstStyle/>
          <a:p>
            <a:fld id="{CC0149FD-98BB-4821-915B-09C9BFE4B727}" type="slidenum">
              <a:rPr lang="en-US" smtClean="0"/>
              <a:pPr/>
              <a:t>37</a:t>
            </a:fld>
            <a:endParaRPr lang="en-US" dirty="0"/>
          </a:p>
        </p:txBody>
      </p:sp>
      <p:sp>
        <p:nvSpPr>
          <p:cNvPr id="7" name="Title 2">
            <a:extLst>
              <a:ext uri="{FF2B5EF4-FFF2-40B4-BE49-F238E27FC236}">
                <a16:creationId xmlns:a16="http://schemas.microsoft.com/office/drawing/2014/main" id="{10DFB8EF-E9FC-4EC2-B97A-4A665461E90C}"/>
              </a:ext>
            </a:extLst>
          </p:cNvPr>
          <p:cNvSpPr txBox="1">
            <a:spLocks/>
          </p:cNvSpPr>
          <p:nvPr/>
        </p:nvSpPr>
        <p:spPr bwMode="auto">
          <a:xfrm>
            <a:off x="257504" y="716509"/>
            <a:ext cx="6637282" cy="628814"/>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lvl1pPr algn="l" rtl="0" eaLnBrk="0" fontAlgn="base" hangingPunct="0">
              <a:lnSpc>
                <a:spcPct val="90000"/>
              </a:lnSpc>
              <a:spcBef>
                <a:spcPct val="0"/>
              </a:spcBef>
              <a:spcAft>
                <a:spcPct val="0"/>
              </a:spcAft>
              <a:defRPr sz="4000" b="1"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en-US" b="1" i="0" u="none" strike="noStrike" kern="1200" cap="none" spc="0" normalizeH="0" baseline="0" noProof="0">
                <a:ln>
                  <a:noFill/>
                </a:ln>
                <a:solidFill>
                  <a:sysClr val="windowText" lastClr="000000"/>
                </a:solidFill>
                <a:effectLst/>
                <a:uLnTx/>
                <a:uFillTx/>
                <a:ea typeface="+mj-ea"/>
                <a:cs typeface="+mj-cs"/>
              </a:rPr>
              <a:t>Record type</a:t>
            </a:r>
          </a:p>
        </p:txBody>
      </p:sp>
      <p:pic>
        <p:nvPicPr>
          <p:cNvPr id="3" name="Picture 2">
            <a:extLst>
              <a:ext uri="{FF2B5EF4-FFF2-40B4-BE49-F238E27FC236}">
                <a16:creationId xmlns:a16="http://schemas.microsoft.com/office/drawing/2014/main" id="{468A8E61-A646-43A3-85D5-FFB2C8FE7D25}"/>
              </a:ext>
            </a:extLst>
          </p:cNvPr>
          <p:cNvPicPr>
            <a:picLocks noChangeAspect="1"/>
          </p:cNvPicPr>
          <p:nvPr/>
        </p:nvPicPr>
        <p:blipFill>
          <a:blip r:embed="rId3"/>
          <a:stretch>
            <a:fillRect/>
          </a:stretch>
        </p:blipFill>
        <p:spPr>
          <a:xfrm>
            <a:off x="431328" y="1387554"/>
            <a:ext cx="7219943" cy="2043550"/>
          </a:xfrm>
          <a:prstGeom prst="rect">
            <a:avLst/>
          </a:prstGeom>
        </p:spPr>
      </p:pic>
      <p:pic>
        <p:nvPicPr>
          <p:cNvPr id="9" name="Picture 8">
            <a:extLst>
              <a:ext uri="{FF2B5EF4-FFF2-40B4-BE49-F238E27FC236}">
                <a16:creationId xmlns:a16="http://schemas.microsoft.com/office/drawing/2014/main" id="{35577AF4-6BB8-4C17-9C6C-B626F54B75F4}"/>
              </a:ext>
            </a:extLst>
          </p:cNvPr>
          <p:cNvPicPr>
            <a:picLocks noChangeAspect="1"/>
          </p:cNvPicPr>
          <p:nvPr/>
        </p:nvPicPr>
        <p:blipFill>
          <a:blip r:embed="rId4"/>
          <a:stretch>
            <a:fillRect/>
          </a:stretch>
        </p:blipFill>
        <p:spPr>
          <a:xfrm>
            <a:off x="525304" y="3451168"/>
            <a:ext cx="7818798" cy="2987299"/>
          </a:xfrm>
          <a:prstGeom prst="rect">
            <a:avLst/>
          </a:prstGeom>
        </p:spPr>
      </p:pic>
      <p:pic>
        <p:nvPicPr>
          <p:cNvPr id="11" name="Picture 10">
            <a:extLst>
              <a:ext uri="{FF2B5EF4-FFF2-40B4-BE49-F238E27FC236}">
                <a16:creationId xmlns:a16="http://schemas.microsoft.com/office/drawing/2014/main" id="{C7A763FC-EA05-4C6C-B255-ECFD8C4F8DE3}"/>
              </a:ext>
            </a:extLst>
          </p:cNvPr>
          <p:cNvPicPr>
            <a:picLocks noChangeAspect="1"/>
          </p:cNvPicPr>
          <p:nvPr/>
        </p:nvPicPr>
        <p:blipFill>
          <a:blip r:embed="rId5"/>
          <a:stretch>
            <a:fillRect/>
          </a:stretch>
        </p:blipFill>
        <p:spPr>
          <a:xfrm>
            <a:off x="8686060" y="5222087"/>
            <a:ext cx="3347667" cy="1144021"/>
          </a:xfrm>
          <a:prstGeom prst="rect">
            <a:avLst/>
          </a:prstGeom>
        </p:spPr>
      </p:pic>
    </p:spTree>
    <p:extLst>
      <p:ext uri="{BB962C8B-B14F-4D97-AF65-F5344CB8AC3E}">
        <p14:creationId xmlns:p14="http://schemas.microsoft.com/office/powerpoint/2010/main" val="5189040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5D39F76-73CE-4174-BC34-4D5F55ED6C09}"/>
              </a:ext>
            </a:extLst>
          </p:cNvPr>
          <p:cNvSpPr>
            <a:spLocks noGrp="1"/>
          </p:cNvSpPr>
          <p:nvPr>
            <p:ph type="dt" sz="half" idx="10"/>
          </p:nvPr>
        </p:nvSpPr>
        <p:spPr/>
        <p:txBody>
          <a:bodyPr/>
          <a:lstStyle/>
          <a:p>
            <a:fld id="{5DCBE059-FAD7-45D8-8659-E6542D1E092D}" type="datetime1">
              <a:rPr lang="en-US" smtClean="0"/>
              <a:t>5/14/2024</a:t>
            </a:fld>
            <a:endParaRPr lang="en-US" dirty="0"/>
          </a:p>
        </p:txBody>
      </p:sp>
      <p:sp>
        <p:nvSpPr>
          <p:cNvPr id="5" name="Slide Number Placeholder 4">
            <a:extLst>
              <a:ext uri="{FF2B5EF4-FFF2-40B4-BE49-F238E27FC236}">
                <a16:creationId xmlns:a16="http://schemas.microsoft.com/office/drawing/2014/main" id="{75482629-7204-46A9-B9FC-6EBDDDF0150F}"/>
              </a:ext>
            </a:extLst>
          </p:cNvPr>
          <p:cNvSpPr>
            <a:spLocks noGrp="1"/>
          </p:cNvSpPr>
          <p:nvPr>
            <p:ph type="sldNum" sz="quarter" idx="12"/>
          </p:nvPr>
        </p:nvSpPr>
        <p:spPr/>
        <p:txBody>
          <a:bodyPr/>
          <a:lstStyle/>
          <a:p>
            <a:fld id="{CC0149FD-98BB-4821-915B-09C9BFE4B727}" type="slidenum">
              <a:rPr lang="en-US" smtClean="0"/>
              <a:pPr/>
              <a:t>38</a:t>
            </a:fld>
            <a:endParaRPr lang="en-US" dirty="0"/>
          </a:p>
        </p:txBody>
      </p:sp>
      <p:sp>
        <p:nvSpPr>
          <p:cNvPr id="7" name="Title 2">
            <a:extLst>
              <a:ext uri="{FF2B5EF4-FFF2-40B4-BE49-F238E27FC236}">
                <a16:creationId xmlns:a16="http://schemas.microsoft.com/office/drawing/2014/main" id="{10DFB8EF-E9FC-4EC2-B97A-4A665461E90C}"/>
              </a:ext>
            </a:extLst>
          </p:cNvPr>
          <p:cNvSpPr txBox="1">
            <a:spLocks/>
          </p:cNvSpPr>
          <p:nvPr/>
        </p:nvSpPr>
        <p:spPr bwMode="auto">
          <a:xfrm>
            <a:off x="257504" y="716509"/>
            <a:ext cx="6637282" cy="628814"/>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lvl1pPr algn="l" rtl="0" eaLnBrk="0" fontAlgn="base" hangingPunct="0">
              <a:lnSpc>
                <a:spcPct val="90000"/>
              </a:lnSpc>
              <a:spcBef>
                <a:spcPct val="0"/>
              </a:spcBef>
              <a:spcAft>
                <a:spcPct val="0"/>
              </a:spcAft>
              <a:defRPr sz="4000" b="1"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en-US" b="1" i="0" u="none" strike="noStrike" kern="1200" cap="none" spc="0" normalizeH="0" baseline="0" noProof="0">
                <a:ln>
                  <a:noFill/>
                </a:ln>
                <a:solidFill>
                  <a:sysClr val="windowText" lastClr="000000"/>
                </a:solidFill>
                <a:effectLst/>
                <a:uLnTx/>
                <a:uFillTx/>
                <a:ea typeface="+mj-ea"/>
                <a:cs typeface="+mj-cs"/>
              </a:rPr>
              <a:t>Using Declarations</a:t>
            </a:r>
          </a:p>
        </p:txBody>
      </p:sp>
      <p:sp>
        <p:nvSpPr>
          <p:cNvPr id="6" name="TextBox 5">
            <a:extLst>
              <a:ext uri="{FF2B5EF4-FFF2-40B4-BE49-F238E27FC236}">
                <a16:creationId xmlns:a16="http://schemas.microsoft.com/office/drawing/2014/main" id="{A83B8617-D8D7-424B-B4FC-E3E4139CA467}"/>
              </a:ext>
            </a:extLst>
          </p:cNvPr>
          <p:cNvSpPr txBox="1"/>
          <p:nvPr/>
        </p:nvSpPr>
        <p:spPr>
          <a:xfrm>
            <a:off x="-42530" y="1345323"/>
            <a:ext cx="12277060" cy="1292662"/>
          </a:xfrm>
          <a:prstGeom prst="rect">
            <a:avLst/>
          </a:prstGeom>
          <a:noFill/>
        </p:spPr>
        <p:txBody>
          <a:bodyPr wrap="square">
            <a:spAutoFit/>
          </a:bodyPr>
          <a:lstStyle/>
          <a:p>
            <a:pPr marL="342900" indent="-342900" algn="just">
              <a:spcBef>
                <a:spcPts val="600"/>
              </a:spcBef>
              <a:spcAft>
                <a:spcPts val="600"/>
              </a:spcAft>
              <a:buClr>
                <a:srgbClr val="973735"/>
              </a:buClr>
              <a:buSzPct val="50000"/>
              <a:buFont typeface="Wingdings" pitchFamily="2" charset="2"/>
              <a:buChar char="u"/>
              <a:defRPr/>
            </a:pPr>
            <a:r>
              <a:rPr lang="en-US" sz="2600" dirty="0"/>
              <a:t>With the using declaration, the objects are disposed automatically. Its scope is automatically defined from the object’s declaration statement to the end of the current code block</a:t>
            </a:r>
          </a:p>
        </p:txBody>
      </p:sp>
      <p:grpSp>
        <p:nvGrpSpPr>
          <p:cNvPr id="13" name="Group 12">
            <a:extLst>
              <a:ext uri="{FF2B5EF4-FFF2-40B4-BE49-F238E27FC236}">
                <a16:creationId xmlns:a16="http://schemas.microsoft.com/office/drawing/2014/main" id="{2E6B1609-8B2D-4B17-88C6-C72B526C70E4}"/>
              </a:ext>
            </a:extLst>
          </p:cNvPr>
          <p:cNvGrpSpPr/>
          <p:nvPr/>
        </p:nvGrpSpPr>
        <p:grpSpPr>
          <a:xfrm>
            <a:off x="2396700" y="2616719"/>
            <a:ext cx="7565267" cy="3843826"/>
            <a:chOff x="3875366" y="2378007"/>
            <a:chExt cx="7735388" cy="3996366"/>
          </a:xfrm>
        </p:grpSpPr>
        <p:pic>
          <p:nvPicPr>
            <p:cNvPr id="11" name="Picture 10">
              <a:extLst>
                <a:ext uri="{FF2B5EF4-FFF2-40B4-BE49-F238E27FC236}">
                  <a16:creationId xmlns:a16="http://schemas.microsoft.com/office/drawing/2014/main" id="{35850A4B-F590-4F65-B9DA-B633C8A42AFF}"/>
                </a:ext>
              </a:extLst>
            </p:cNvPr>
            <p:cNvPicPr>
              <a:picLocks noChangeAspect="1"/>
            </p:cNvPicPr>
            <p:nvPr/>
          </p:nvPicPr>
          <p:blipFill>
            <a:blip r:embed="rId3"/>
            <a:stretch>
              <a:fillRect/>
            </a:stretch>
          </p:blipFill>
          <p:spPr>
            <a:xfrm>
              <a:off x="3875366" y="2378007"/>
              <a:ext cx="7735388" cy="3996366"/>
            </a:xfrm>
            <a:prstGeom prst="rect">
              <a:avLst/>
            </a:prstGeom>
          </p:spPr>
        </p:pic>
        <p:sp>
          <p:nvSpPr>
            <p:cNvPr id="12" name="Rectangle 11">
              <a:extLst>
                <a:ext uri="{FF2B5EF4-FFF2-40B4-BE49-F238E27FC236}">
                  <a16:creationId xmlns:a16="http://schemas.microsoft.com/office/drawing/2014/main" id="{04F43FD1-98CA-494B-8611-B99F314A5D13}"/>
                </a:ext>
              </a:extLst>
            </p:cNvPr>
            <p:cNvSpPr/>
            <p:nvPr/>
          </p:nvSpPr>
          <p:spPr>
            <a:xfrm>
              <a:off x="4701299" y="3118709"/>
              <a:ext cx="6909455" cy="289025"/>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8143494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5D39F76-73CE-4174-BC34-4D5F55ED6C09}"/>
              </a:ext>
            </a:extLst>
          </p:cNvPr>
          <p:cNvSpPr>
            <a:spLocks noGrp="1"/>
          </p:cNvSpPr>
          <p:nvPr>
            <p:ph type="dt" sz="half" idx="10"/>
          </p:nvPr>
        </p:nvSpPr>
        <p:spPr/>
        <p:txBody>
          <a:bodyPr/>
          <a:lstStyle/>
          <a:p>
            <a:fld id="{5DCBE059-FAD7-45D8-8659-E6542D1E092D}" type="datetime1">
              <a:rPr lang="en-US" smtClean="0"/>
              <a:t>5/14/2024</a:t>
            </a:fld>
            <a:endParaRPr lang="en-US" dirty="0"/>
          </a:p>
        </p:txBody>
      </p:sp>
      <p:sp>
        <p:nvSpPr>
          <p:cNvPr id="5" name="Slide Number Placeholder 4">
            <a:extLst>
              <a:ext uri="{FF2B5EF4-FFF2-40B4-BE49-F238E27FC236}">
                <a16:creationId xmlns:a16="http://schemas.microsoft.com/office/drawing/2014/main" id="{75482629-7204-46A9-B9FC-6EBDDDF0150F}"/>
              </a:ext>
            </a:extLst>
          </p:cNvPr>
          <p:cNvSpPr>
            <a:spLocks noGrp="1"/>
          </p:cNvSpPr>
          <p:nvPr>
            <p:ph type="sldNum" sz="quarter" idx="12"/>
          </p:nvPr>
        </p:nvSpPr>
        <p:spPr/>
        <p:txBody>
          <a:bodyPr/>
          <a:lstStyle/>
          <a:p>
            <a:fld id="{CC0149FD-98BB-4821-915B-09C9BFE4B727}" type="slidenum">
              <a:rPr lang="en-US" smtClean="0"/>
              <a:pPr/>
              <a:t>39</a:t>
            </a:fld>
            <a:endParaRPr lang="en-US" dirty="0"/>
          </a:p>
        </p:txBody>
      </p:sp>
      <p:sp>
        <p:nvSpPr>
          <p:cNvPr id="7" name="Title 2">
            <a:extLst>
              <a:ext uri="{FF2B5EF4-FFF2-40B4-BE49-F238E27FC236}">
                <a16:creationId xmlns:a16="http://schemas.microsoft.com/office/drawing/2014/main" id="{10DFB8EF-E9FC-4EC2-B97A-4A665461E90C}"/>
              </a:ext>
            </a:extLst>
          </p:cNvPr>
          <p:cNvSpPr txBox="1">
            <a:spLocks/>
          </p:cNvSpPr>
          <p:nvPr/>
        </p:nvSpPr>
        <p:spPr bwMode="auto">
          <a:xfrm>
            <a:off x="257504" y="716509"/>
            <a:ext cx="6637282" cy="628814"/>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lvl1pPr algn="l" rtl="0" eaLnBrk="0" fontAlgn="base" hangingPunct="0">
              <a:lnSpc>
                <a:spcPct val="90000"/>
              </a:lnSpc>
              <a:spcBef>
                <a:spcPct val="0"/>
              </a:spcBef>
              <a:spcAft>
                <a:spcPct val="0"/>
              </a:spcAft>
              <a:defRPr sz="4000" b="1"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en-US" b="1" i="0" u="none" strike="noStrike" kern="1200" cap="none" spc="0" normalizeH="0" baseline="0" noProof="0" dirty="0">
                <a:ln>
                  <a:noFill/>
                </a:ln>
                <a:solidFill>
                  <a:sysClr val="windowText" lastClr="000000"/>
                </a:solidFill>
                <a:effectLst/>
                <a:uLnTx/>
                <a:uFillTx/>
                <a:ea typeface="+mj-ea"/>
                <a:cs typeface="+mj-cs"/>
              </a:rPr>
              <a:t>OOP with C# 11,</a:t>
            </a:r>
            <a:r>
              <a:rPr kumimoji="0" lang="en-US" altLang="en-US" b="1" i="0" u="none" strike="noStrike" kern="1200" cap="none" spc="0" normalizeH="0" noProof="0" dirty="0">
                <a:ln>
                  <a:noFill/>
                </a:ln>
                <a:solidFill>
                  <a:sysClr val="windowText" lastClr="000000"/>
                </a:solidFill>
                <a:effectLst/>
                <a:uLnTx/>
                <a:uFillTx/>
                <a:ea typeface="+mj-ea"/>
                <a:cs typeface="+mj-cs"/>
              </a:rPr>
              <a:t> C#12</a:t>
            </a:r>
            <a:endParaRPr kumimoji="0" lang="en-US" altLang="en-US" b="1" i="0" u="none" strike="noStrike" kern="1200" cap="none" spc="0" normalizeH="0" baseline="0" noProof="0" dirty="0">
              <a:ln>
                <a:noFill/>
              </a:ln>
              <a:solidFill>
                <a:sysClr val="windowText" lastClr="000000"/>
              </a:solidFill>
              <a:effectLst/>
              <a:uLnTx/>
              <a:uFillTx/>
              <a:ea typeface="+mj-ea"/>
              <a:cs typeface="+mj-cs"/>
            </a:endParaRPr>
          </a:p>
        </p:txBody>
      </p:sp>
      <p:sp>
        <p:nvSpPr>
          <p:cNvPr id="6" name="TextBox 5">
            <a:extLst>
              <a:ext uri="{FF2B5EF4-FFF2-40B4-BE49-F238E27FC236}">
                <a16:creationId xmlns:a16="http://schemas.microsoft.com/office/drawing/2014/main" id="{A83B8617-D8D7-424B-B4FC-E3E4139CA467}"/>
              </a:ext>
            </a:extLst>
          </p:cNvPr>
          <p:cNvSpPr txBox="1"/>
          <p:nvPr/>
        </p:nvSpPr>
        <p:spPr>
          <a:xfrm>
            <a:off x="-42530" y="1345323"/>
            <a:ext cx="5396955" cy="4801314"/>
          </a:xfrm>
          <a:prstGeom prst="rect">
            <a:avLst/>
          </a:prstGeom>
          <a:noFill/>
        </p:spPr>
        <p:txBody>
          <a:bodyPr wrap="square">
            <a:spAutoFit/>
          </a:bodyPr>
          <a:lstStyle/>
          <a:p>
            <a:pPr marL="342900" indent="-342900" algn="just">
              <a:spcBef>
                <a:spcPts val="600"/>
              </a:spcBef>
              <a:spcAft>
                <a:spcPts val="600"/>
              </a:spcAft>
              <a:buClr>
                <a:srgbClr val="973735"/>
              </a:buClr>
              <a:buSzPct val="50000"/>
              <a:buFont typeface="Wingdings" pitchFamily="2" charset="2"/>
              <a:buChar char="u"/>
              <a:defRPr/>
            </a:pPr>
            <a:r>
              <a:rPr lang="en-US" sz="2600" dirty="0"/>
              <a:t>Primary Constructors for Classes and </a:t>
            </a:r>
            <a:r>
              <a:rPr lang="en-US" sz="2600" dirty="0" err="1"/>
              <a:t>Structs</a:t>
            </a:r>
            <a:endParaRPr lang="en-US" sz="2600" dirty="0"/>
          </a:p>
          <a:p>
            <a:pPr marL="342900" indent="-342900" algn="just">
              <a:spcBef>
                <a:spcPts val="600"/>
              </a:spcBef>
              <a:spcAft>
                <a:spcPts val="600"/>
              </a:spcAft>
              <a:buClr>
                <a:srgbClr val="973735"/>
              </a:buClr>
              <a:buSzPct val="50000"/>
              <a:buFont typeface="Wingdings" pitchFamily="2" charset="2"/>
              <a:buChar char="u"/>
              <a:defRPr/>
            </a:pPr>
            <a:r>
              <a:rPr lang="en-US" sz="2600" dirty="0"/>
              <a:t>This feature simplifies class and </a:t>
            </a:r>
            <a:r>
              <a:rPr lang="en-US" sz="2600" dirty="0" err="1"/>
              <a:t>struct</a:t>
            </a:r>
            <a:r>
              <a:rPr lang="en-US" sz="2600" dirty="0"/>
              <a:t> declarations by allowing you to define the constructor directly within the type declaration. </a:t>
            </a:r>
          </a:p>
          <a:p>
            <a:pPr marL="342900" indent="-342900" algn="just">
              <a:spcBef>
                <a:spcPts val="600"/>
              </a:spcBef>
              <a:spcAft>
                <a:spcPts val="600"/>
              </a:spcAft>
              <a:buClr>
                <a:srgbClr val="973735"/>
              </a:buClr>
              <a:buSzPct val="50000"/>
              <a:buFont typeface="Wingdings" pitchFamily="2" charset="2"/>
              <a:buChar char="u"/>
              <a:defRPr/>
            </a:pPr>
            <a:r>
              <a:rPr lang="en-US" sz="2600" dirty="0"/>
              <a:t>It eliminates the need for a separate constructor method, leading to more concise and readable code.</a:t>
            </a:r>
          </a:p>
        </p:txBody>
      </p:sp>
      <p:pic>
        <p:nvPicPr>
          <p:cNvPr id="2" name="Picture 1"/>
          <p:cNvPicPr>
            <a:picLocks noChangeAspect="1"/>
          </p:cNvPicPr>
          <p:nvPr/>
        </p:nvPicPr>
        <p:blipFill>
          <a:blip r:embed="rId3"/>
          <a:stretch>
            <a:fillRect/>
          </a:stretch>
        </p:blipFill>
        <p:spPr>
          <a:xfrm>
            <a:off x="5419300" y="1559358"/>
            <a:ext cx="6772700" cy="3314300"/>
          </a:xfrm>
          <a:prstGeom prst="rect">
            <a:avLst/>
          </a:prstGeom>
        </p:spPr>
      </p:pic>
      <p:sp>
        <p:nvSpPr>
          <p:cNvPr id="3" name="Rectangle 2"/>
          <p:cNvSpPr/>
          <p:nvPr/>
        </p:nvSpPr>
        <p:spPr>
          <a:xfrm>
            <a:off x="5486400" y="3167406"/>
            <a:ext cx="6705600" cy="17910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26608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5D39F76-73CE-4174-BC34-4D5F55ED6C09}"/>
              </a:ext>
            </a:extLst>
          </p:cNvPr>
          <p:cNvSpPr>
            <a:spLocks noGrp="1"/>
          </p:cNvSpPr>
          <p:nvPr>
            <p:ph type="dt" sz="half" idx="10"/>
          </p:nvPr>
        </p:nvSpPr>
        <p:spPr/>
        <p:txBody>
          <a:bodyPr/>
          <a:lstStyle/>
          <a:p>
            <a:fld id="{5DCBE059-FAD7-45D8-8659-E6542D1E092D}" type="datetime1">
              <a:rPr lang="en-US" smtClean="0"/>
              <a:t>5/14/2024</a:t>
            </a:fld>
            <a:endParaRPr lang="en-US" dirty="0"/>
          </a:p>
        </p:txBody>
      </p:sp>
      <p:sp>
        <p:nvSpPr>
          <p:cNvPr id="5" name="Slide Number Placeholder 4">
            <a:extLst>
              <a:ext uri="{FF2B5EF4-FFF2-40B4-BE49-F238E27FC236}">
                <a16:creationId xmlns:a16="http://schemas.microsoft.com/office/drawing/2014/main" id="{75482629-7204-46A9-B9FC-6EBDDDF0150F}"/>
              </a:ext>
            </a:extLst>
          </p:cNvPr>
          <p:cNvSpPr>
            <a:spLocks noGrp="1"/>
          </p:cNvSpPr>
          <p:nvPr>
            <p:ph type="sldNum" sz="quarter" idx="12"/>
          </p:nvPr>
        </p:nvSpPr>
        <p:spPr/>
        <p:txBody>
          <a:bodyPr/>
          <a:lstStyle/>
          <a:p>
            <a:fld id="{CC0149FD-98BB-4821-915B-09C9BFE4B727}" type="slidenum">
              <a:rPr lang="en-US" smtClean="0"/>
              <a:pPr/>
              <a:t>40</a:t>
            </a:fld>
            <a:endParaRPr lang="en-US" dirty="0"/>
          </a:p>
        </p:txBody>
      </p:sp>
      <p:sp>
        <p:nvSpPr>
          <p:cNvPr id="7" name="Title 2">
            <a:extLst>
              <a:ext uri="{FF2B5EF4-FFF2-40B4-BE49-F238E27FC236}">
                <a16:creationId xmlns:a16="http://schemas.microsoft.com/office/drawing/2014/main" id="{10DFB8EF-E9FC-4EC2-B97A-4A665461E90C}"/>
              </a:ext>
            </a:extLst>
          </p:cNvPr>
          <p:cNvSpPr txBox="1">
            <a:spLocks/>
          </p:cNvSpPr>
          <p:nvPr/>
        </p:nvSpPr>
        <p:spPr bwMode="auto">
          <a:xfrm>
            <a:off x="257504" y="716509"/>
            <a:ext cx="6637282" cy="628814"/>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lvl1pPr algn="l" rtl="0" eaLnBrk="0" fontAlgn="base" hangingPunct="0">
              <a:lnSpc>
                <a:spcPct val="90000"/>
              </a:lnSpc>
              <a:spcBef>
                <a:spcPct val="0"/>
              </a:spcBef>
              <a:spcAft>
                <a:spcPct val="0"/>
              </a:spcAft>
              <a:defRPr sz="4000" b="1"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en-US" b="1" i="0" u="none" strike="noStrike" kern="1200" cap="none" spc="0" normalizeH="0" baseline="0" noProof="0" dirty="0">
                <a:ln>
                  <a:noFill/>
                </a:ln>
                <a:solidFill>
                  <a:sysClr val="windowText" lastClr="000000"/>
                </a:solidFill>
                <a:effectLst/>
                <a:uLnTx/>
                <a:uFillTx/>
                <a:ea typeface="+mj-ea"/>
                <a:cs typeface="+mj-cs"/>
              </a:rPr>
              <a:t>OOP with C# 11,</a:t>
            </a:r>
            <a:r>
              <a:rPr kumimoji="0" lang="en-US" altLang="en-US" b="1" i="0" u="none" strike="noStrike" kern="1200" cap="none" spc="0" normalizeH="0" noProof="0" dirty="0">
                <a:ln>
                  <a:noFill/>
                </a:ln>
                <a:solidFill>
                  <a:sysClr val="windowText" lastClr="000000"/>
                </a:solidFill>
                <a:effectLst/>
                <a:uLnTx/>
                <a:uFillTx/>
                <a:ea typeface="+mj-ea"/>
                <a:cs typeface="+mj-cs"/>
              </a:rPr>
              <a:t> C#12</a:t>
            </a:r>
            <a:endParaRPr kumimoji="0" lang="en-US" altLang="en-US" b="1" i="0" u="none" strike="noStrike" kern="1200" cap="none" spc="0" normalizeH="0" baseline="0" noProof="0" dirty="0">
              <a:ln>
                <a:noFill/>
              </a:ln>
              <a:solidFill>
                <a:sysClr val="windowText" lastClr="000000"/>
              </a:solidFill>
              <a:effectLst/>
              <a:uLnTx/>
              <a:uFillTx/>
              <a:ea typeface="+mj-ea"/>
              <a:cs typeface="+mj-cs"/>
            </a:endParaRPr>
          </a:p>
        </p:txBody>
      </p:sp>
      <p:sp>
        <p:nvSpPr>
          <p:cNvPr id="6" name="TextBox 5">
            <a:extLst>
              <a:ext uri="{FF2B5EF4-FFF2-40B4-BE49-F238E27FC236}">
                <a16:creationId xmlns:a16="http://schemas.microsoft.com/office/drawing/2014/main" id="{A83B8617-D8D7-424B-B4FC-E3E4139CA467}"/>
              </a:ext>
            </a:extLst>
          </p:cNvPr>
          <p:cNvSpPr txBox="1"/>
          <p:nvPr/>
        </p:nvSpPr>
        <p:spPr>
          <a:xfrm>
            <a:off x="-42530" y="1345323"/>
            <a:ext cx="11863742" cy="2400657"/>
          </a:xfrm>
          <a:prstGeom prst="rect">
            <a:avLst/>
          </a:prstGeom>
          <a:noFill/>
        </p:spPr>
        <p:txBody>
          <a:bodyPr wrap="square">
            <a:spAutoFit/>
          </a:bodyPr>
          <a:lstStyle/>
          <a:p>
            <a:pPr marL="342900" indent="-342900" algn="just">
              <a:spcBef>
                <a:spcPts val="600"/>
              </a:spcBef>
              <a:spcAft>
                <a:spcPts val="600"/>
              </a:spcAft>
              <a:buClr>
                <a:srgbClr val="973735"/>
              </a:buClr>
              <a:buSzPct val="50000"/>
              <a:buFont typeface="Wingdings" pitchFamily="2" charset="2"/>
              <a:buChar char="u"/>
              <a:defRPr/>
            </a:pPr>
            <a:r>
              <a:rPr lang="en-US" sz="2600" b="1" dirty="0"/>
              <a:t>Alias Any Type</a:t>
            </a:r>
          </a:p>
          <a:p>
            <a:pPr marL="342900" indent="-342900" algn="just">
              <a:spcBef>
                <a:spcPts val="600"/>
              </a:spcBef>
              <a:spcAft>
                <a:spcPts val="600"/>
              </a:spcAft>
              <a:buClr>
                <a:srgbClr val="973735"/>
              </a:buClr>
              <a:buSzPct val="50000"/>
              <a:buFont typeface="Wingdings" pitchFamily="2" charset="2"/>
              <a:buChar char="u"/>
              <a:defRPr/>
            </a:pPr>
            <a:r>
              <a:rPr lang="en-US" sz="2600" dirty="0"/>
              <a:t>C# 12 extends the ability to alias types beyond just namespaces. You can now create aliases for any type, including unnamed types like tuples. </a:t>
            </a:r>
          </a:p>
          <a:p>
            <a:pPr marL="342900" indent="-342900" algn="just">
              <a:spcBef>
                <a:spcPts val="600"/>
              </a:spcBef>
              <a:spcAft>
                <a:spcPts val="600"/>
              </a:spcAft>
              <a:buClr>
                <a:srgbClr val="973735"/>
              </a:buClr>
              <a:buSzPct val="50000"/>
              <a:buFont typeface="Wingdings" pitchFamily="2" charset="2"/>
              <a:buChar char="u"/>
              <a:defRPr/>
            </a:pPr>
            <a:r>
              <a:rPr lang="en-US" sz="2600" dirty="0"/>
              <a:t>This improves code readability and allows for concise references to complex types.</a:t>
            </a:r>
          </a:p>
        </p:txBody>
      </p:sp>
      <p:pic>
        <p:nvPicPr>
          <p:cNvPr id="8" name="Picture 7"/>
          <p:cNvPicPr>
            <a:picLocks noChangeAspect="1"/>
          </p:cNvPicPr>
          <p:nvPr/>
        </p:nvPicPr>
        <p:blipFill>
          <a:blip r:embed="rId3"/>
          <a:stretch>
            <a:fillRect/>
          </a:stretch>
        </p:blipFill>
        <p:spPr>
          <a:xfrm>
            <a:off x="2007908" y="3326869"/>
            <a:ext cx="6678151" cy="3101353"/>
          </a:xfrm>
          <a:prstGeom prst="rect">
            <a:avLst/>
          </a:prstGeom>
        </p:spPr>
      </p:pic>
    </p:spTree>
    <p:extLst>
      <p:ext uri="{BB962C8B-B14F-4D97-AF65-F5344CB8AC3E}">
        <p14:creationId xmlns:p14="http://schemas.microsoft.com/office/powerpoint/2010/main" val="28759510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5D39F76-73CE-4174-BC34-4D5F55ED6C09}"/>
              </a:ext>
            </a:extLst>
          </p:cNvPr>
          <p:cNvSpPr>
            <a:spLocks noGrp="1"/>
          </p:cNvSpPr>
          <p:nvPr>
            <p:ph type="dt" sz="half" idx="10"/>
          </p:nvPr>
        </p:nvSpPr>
        <p:spPr/>
        <p:txBody>
          <a:bodyPr/>
          <a:lstStyle/>
          <a:p>
            <a:fld id="{5DCBE059-FAD7-45D8-8659-E6542D1E092D}" type="datetime1">
              <a:rPr lang="en-US" smtClean="0"/>
              <a:t>5/14/2024</a:t>
            </a:fld>
            <a:endParaRPr lang="en-US" dirty="0"/>
          </a:p>
        </p:txBody>
      </p:sp>
      <p:sp>
        <p:nvSpPr>
          <p:cNvPr id="5" name="Slide Number Placeholder 4">
            <a:extLst>
              <a:ext uri="{FF2B5EF4-FFF2-40B4-BE49-F238E27FC236}">
                <a16:creationId xmlns:a16="http://schemas.microsoft.com/office/drawing/2014/main" id="{75482629-7204-46A9-B9FC-6EBDDDF0150F}"/>
              </a:ext>
            </a:extLst>
          </p:cNvPr>
          <p:cNvSpPr>
            <a:spLocks noGrp="1"/>
          </p:cNvSpPr>
          <p:nvPr>
            <p:ph type="sldNum" sz="quarter" idx="12"/>
          </p:nvPr>
        </p:nvSpPr>
        <p:spPr/>
        <p:txBody>
          <a:bodyPr/>
          <a:lstStyle/>
          <a:p>
            <a:fld id="{CC0149FD-98BB-4821-915B-09C9BFE4B727}" type="slidenum">
              <a:rPr lang="en-US" smtClean="0"/>
              <a:pPr/>
              <a:t>41</a:t>
            </a:fld>
            <a:endParaRPr lang="en-US" dirty="0"/>
          </a:p>
        </p:txBody>
      </p:sp>
      <p:sp>
        <p:nvSpPr>
          <p:cNvPr id="7" name="Title 2">
            <a:extLst>
              <a:ext uri="{FF2B5EF4-FFF2-40B4-BE49-F238E27FC236}">
                <a16:creationId xmlns:a16="http://schemas.microsoft.com/office/drawing/2014/main" id="{10DFB8EF-E9FC-4EC2-B97A-4A665461E90C}"/>
              </a:ext>
            </a:extLst>
          </p:cNvPr>
          <p:cNvSpPr txBox="1">
            <a:spLocks/>
          </p:cNvSpPr>
          <p:nvPr/>
        </p:nvSpPr>
        <p:spPr bwMode="auto">
          <a:xfrm>
            <a:off x="257504" y="716509"/>
            <a:ext cx="6637282" cy="628814"/>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lvl1pPr algn="l" rtl="0" eaLnBrk="0" fontAlgn="base" hangingPunct="0">
              <a:lnSpc>
                <a:spcPct val="90000"/>
              </a:lnSpc>
              <a:spcBef>
                <a:spcPct val="0"/>
              </a:spcBef>
              <a:spcAft>
                <a:spcPct val="0"/>
              </a:spcAft>
              <a:defRPr sz="4000" b="1"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altLang="en-US" b="1" i="0" u="none" strike="noStrike" kern="1200" cap="none" spc="0" normalizeH="0" baseline="0" noProof="0" dirty="0">
                <a:ln>
                  <a:noFill/>
                </a:ln>
                <a:solidFill>
                  <a:sysClr val="windowText" lastClr="000000"/>
                </a:solidFill>
                <a:effectLst/>
                <a:uLnTx/>
                <a:uFillTx/>
                <a:ea typeface="+mj-ea"/>
                <a:cs typeface="+mj-cs"/>
              </a:rPr>
              <a:t>OOP with C# 11,</a:t>
            </a:r>
            <a:r>
              <a:rPr kumimoji="0" lang="en-US" altLang="en-US" b="1" i="0" u="none" strike="noStrike" kern="1200" cap="none" spc="0" normalizeH="0" noProof="0" dirty="0">
                <a:ln>
                  <a:noFill/>
                </a:ln>
                <a:solidFill>
                  <a:sysClr val="windowText" lastClr="000000"/>
                </a:solidFill>
                <a:effectLst/>
                <a:uLnTx/>
                <a:uFillTx/>
                <a:ea typeface="+mj-ea"/>
                <a:cs typeface="+mj-cs"/>
              </a:rPr>
              <a:t> C#12</a:t>
            </a:r>
            <a:endParaRPr kumimoji="0" lang="en-US" altLang="en-US" b="1" i="0" u="none" strike="noStrike" kern="1200" cap="none" spc="0" normalizeH="0" baseline="0" noProof="0" dirty="0">
              <a:ln>
                <a:noFill/>
              </a:ln>
              <a:solidFill>
                <a:sysClr val="windowText" lastClr="000000"/>
              </a:solidFill>
              <a:effectLst/>
              <a:uLnTx/>
              <a:uFillTx/>
              <a:ea typeface="+mj-ea"/>
              <a:cs typeface="+mj-cs"/>
            </a:endParaRPr>
          </a:p>
        </p:txBody>
      </p:sp>
      <p:sp>
        <p:nvSpPr>
          <p:cNvPr id="6" name="TextBox 5">
            <a:extLst>
              <a:ext uri="{FF2B5EF4-FFF2-40B4-BE49-F238E27FC236}">
                <a16:creationId xmlns:a16="http://schemas.microsoft.com/office/drawing/2014/main" id="{A83B8617-D8D7-424B-B4FC-E3E4139CA467}"/>
              </a:ext>
            </a:extLst>
          </p:cNvPr>
          <p:cNvSpPr txBox="1"/>
          <p:nvPr/>
        </p:nvSpPr>
        <p:spPr>
          <a:xfrm>
            <a:off x="-42530" y="1345323"/>
            <a:ext cx="11863742" cy="2000548"/>
          </a:xfrm>
          <a:prstGeom prst="rect">
            <a:avLst/>
          </a:prstGeom>
          <a:noFill/>
        </p:spPr>
        <p:txBody>
          <a:bodyPr wrap="square">
            <a:spAutoFit/>
          </a:bodyPr>
          <a:lstStyle/>
          <a:p>
            <a:pPr marL="342900" indent="-342900" algn="just">
              <a:spcBef>
                <a:spcPts val="600"/>
              </a:spcBef>
              <a:spcAft>
                <a:spcPts val="600"/>
              </a:spcAft>
              <a:buClr>
                <a:srgbClr val="973735"/>
              </a:buClr>
              <a:buSzPct val="50000"/>
              <a:buFont typeface="Wingdings" pitchFamily="2" charset="2"/>
              <a:buChar char="u"/>
              <a:defRPr/>
            </a:pPr>
            <a:r>
              <a:rPr lang="en-US" sz="2600" b="1" dirty="0"/>
              <a:t>Required Keyword (from C# 11 but relevant to OOP)</a:t>
            </a:r>
          </a:p>
          <a:p>
            <a:pPr marL="342900" indent="-342900" algn="just">
              <a:spcBef>
                <a:spcPts val="600"/>
              </a:spcBef>
              <a:spcAft>
                <a:spcPts val="600"/>
              </a:spcAft>
              <a:buClr>
                <a:srgbClr val="973735"/>
              </a:buClr>
              <a:buSzPct val="50000"/>
              <a:buFont typeface="Wingdings" pitchFamily="2" charset="2"/>
              <a:buChar char="u"/>
              <a:defRPr/>
            </a:pPr>
            <a:r>
              <a:rPr lang="en-US" sz="2600" dirty="0"/>
              <a:t>While introduced in C# 11, the required keyword is relevant to OOP as it enforces mandatory property and field initialization during object construction. </a:t>
            </a:r>
          </a:p>
          <a:p>
            <a:pPr marL="342900" indent="-342900" algn="just">
              <a:spcBef>
                <a:spcPts val="600"/>
              </a:spcBef>
              <a:spcAft>
                <a:spcPts val="600"/>
              </a:spcAft>
              <a:buClr>
                <a:srgbClr val="973735"/>
              </a:buClr>
              <a:buSzPct val="50000"/>
              <a:buFont typeface="Wingdings" pitchFamily="2" charset="2"/>
              <a:buChar char="u"/>
              <a:defRPr/>
            </a:pPr>
            <a:r>
              <a:rPr lang="en-US" sz="2600" dirty="0"/>
              <a:t>This helps prevent null reference exceptions and ensures object validity.</a:t>
            </a:r>
          </a:p>
        </p:txBody>
      </p:sp>
      <p:pic>
        <p:nvPicPr>
          <p:cNvPr id="2" name="Picture 1"/>
          <p:cNvPicPr>
            <a:picLocks noChangeAspect="1"/>
          </p:cNvPicPr>
          <p:nvPr/>
        </p:nvPicPr>
        <p:blipFill>
          <a:blip r:embed="rId3"/>
          <a:stretch>
            <a:fillRect/>
          </a:stretch>
        </p:blipFill>
        <p:spPr>
          <a:xfrm>
            <a:off x="1797271" y="3414608"/>
            <a:ext cx="6693244" cy="2997354"/>
          </a:xfrm>
          <a:prstGeom prst="rect">
            <a:avLst/>
          </a:prstGeom>
        </p:spPr>
      </p:pic>
    </p:spTree>
    <p:extLst>
      <p:ext uri="{BB962C8B-B14F-4D97-AF65-F5344CB8AC3E}">
        <p14:creationId xmlns:p14="http://schemas.microsoft.com/office/powerpoint/2010/main" val="5296081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p:nvPr>
        </p:nvSpPr>
        <p:spPr>
          <a:xfrm>
            <a:off x="627993" y="700132"/>
            <a:ext cx="10515600" cy="592642"/>
          </a:xfrm>
        </p:spPr>
        <p:txBody>
          <a:bodyPr>
            <a:noAutofit/>
          </a:bodyPr>
          <a:lstStyle/>
          <a:p>
            <a:r>
              <a:rPr lang="en-US" sz="4000" b="1" dirty="0"/>
              <a:t>Summary</a:t>
            </a:r>
          </a:p>
        </p:txBody>
      </p:sp>
      <p:sp>
        <p:nvSpPr>
          <p:cNvPr id="4" name="Slide Number Placeholder 3"/>
          <p:cNvSpPr>
            <a:spLocks noGrp="1"/>
          </p:cNvSpPr>
          <p:nvPr>
            <p:ph type="sldNum" sz="quarter" idx="12"/>
          </p:nvPr>
        </p:nvSpPr>
        <p:spPr/>
        <p:txBody>
          <a:bodyPr/>
          <a:lstStyle/>
          <a:p>
            <a:fld id="{CA15C064-DD44-4CAC-873E-2D1F54821676}" type="slidenum">
              <a:rPr kumimoji="0" lang="en-US" smtClean="0"/>
              <a:pPr/>
              <a:t>42</a:t>
            </a:fld>
            <a:endParaRPr kumimoji="0" lang="en-US" dirty="0"/>
          </a:p>
        </p:txBody>
      </p:sp>
      <p:sp>
        <p:nvSpPr>
          <p:cNvPr id="7" name="Content Placeholder 3">
            <a:extLst>
              <a:ext uri="{FF2B5EF4-FFF2-40B4-BE49-F238E27FC236}">
                <a16:creationId xmlns:a16="http://schemas.microsoft.com/office/drawing/2014/main" id="{297F375F-52BB-475C-8544-DB634AD9C954}"/>
              </a:ext>
            </a:extLst>
          </p:cNvPr>
          <p:cNvSpPr>
            <a:spLocks noGrp="1"/>
          </p:cNvSpPr>
          <p:nvPr>
            <p:ph sz="quarter" idx="1"/>
          </p:nvPr>
        </p:nvSpPr>
        <p:spPr>
          <a:xfrm>
            <a:off x="723686" y="1734557"/>
            <a:ext cx="9621793" cy="4304360"/>
          </a:xfrm>
        </p:spPr>
        <p:txBody>
          <a:bodyPr>
            <a:noAutofit/>
          </a:bodyPr>
          <a:lstStyle/>
          <a:p>
            <a:pPr marL="342900" indent="-342900">
              <a:lnSpc>
                <a:spcPct val="100000"/>
              </a:lnSpc>
              <a:spcBef>
                <a:spcPts val="600"/>
              </a:spcBef>
              <a:spcAft>
                <a:spcPts val="600"/>
              </a:spcAft>
              <a:buClr>
                <a:srgbClr val="973735"/>
              </a:buClr>
              <a:buSzPct val="50000"/>
              <a:buFont typeface="Wingdings" pitchFamily="2" charset="2"/>
              <a:buChar char="u"/>
              <a:defRPr/>
            </a:pPr>
            <a:r>
              <a:rPr lang="en-US" sz="2600"/>
              <a:t>Explain about OOP</a:t>
            </a:r>
          </a:p>
          <a:p>
            <a:pPr marL="342900" indent="-342900">
              <a:lnSpc>
                <a:spcPct val="100000"/>
              </a:lnSpc>
              <a:spcBef>
                <a:spcPts val="600"/>
              </a:spcBef>
              <a:spcAft>
                <a:spcPts val="600"/>
              </a:spcAft>
              <a:buClr>
                <a:srgbClr val="973735"/>
              </a:buClr>
              <a:buSzPct val="50000"/>
              <a:buFont typeface="Wingdings" pitchFamily="2" charset="2"/>
              <a:buChar char="u"/>
              <a:defRPr/>
            </a:pPr>
            <a:r>
              <a:rPr lang="en-US" sz="2600"/>
              <a:t>Explain classes and objects</a:t>
            </a:r>
          </a:p>
          <a:p>
            <a:pPr marL="342900" indent="-342900">
              <a:lnSpc>
                <a:spcPct val="100000"/>
              </a:lnSpc>
              <a:spcBef>
                <a:spcPts val="600"/>
              </a:spcBef>
              <a:spcAft>
                <a:spcPts val="600"/>
              </a:spcAft>
              <a:buClr>
                <a:srgbClr val="973735"/>
              </a:buClr>
              <a:buSzPct val="50000"/>
              <a:buFont typeface="Wingdings" pitchFamily="2" charset="2"/>
              <a:buChar char="u"/>
              <a:defRPr/>
            </a:pPr>
            <a:r>
              <a:rPr lang="en-US" sz="2600"/>
              <a:t>Define and describe methods</a:t>
            </a:r>
          </a:p>
          <a:p>
            <a:pPr marL="342900" indent="-342900">
              <a:lnSpc>
                <a:spcPct val="100000"/>
              </a:lnSpc>
              <a:spcBef>
                <a:spcPts val="600"/>
              </a:spcBef>
              <a:spcAft>
                <a:spcPts val="600"/>
              </a:spcAft>
              <a:buClr>
                <a:srgbClr val="973735"/>
              </a:buClr>
              <a:buSzPct val="50000"/>
              <a:buFont typeface="Wingdings" pitchFamily="2" charset="2"/>
              <a:buChar char="u"/>
              <a:defRPr/>
            </a:pPr>
            <a:r>
              <a:rPr lang="en-US" sz="2600"/>
              <a:t>Explain about the access modifiers</a:t>
            </a:r>
          </a:p>
          <a:p>
            <a:pPr marL="342900" indent="-342900">
              <a:lnSpc>
                <a:spcPct val="100000"/>
              </a:lnSpc>
              <a:spcBef>
                <a:spcPts val="600"/>
              </a:spcBef>
              <a:spcAft>
                <a:spcPts val="600"/>
              </a:spcAft>
              <a:buClr>
                <a:srgbClr val="973735"/>
              </a:buClr>
              <a:buSzPct val="50000"/>
              <a:buFont typeface="Wingdings" pitchFamily="2" charset="2"/>
              <a:buChar char="u"/>
              <a:defRPr/>
            </a:pPr>
            <a:r>
              <a:rPr lang="en-US" sz="2600"/>
              <a:t>Explain method overriding</a:t>
            </a:r>
          </a:p>
          <a:p>
            <a:pPr marL="342900" indent="-342900">
              <a:lnSpc>
                <a:spcPct val="100000"/>
              </a:lnSpc>
              <a:spcBef>
                <a:spcPts val="600"/>
              </a:spcBef>
              <a:spcAft>
                <a:spcPts val="600"/>
              </a:spcAft>
              <a:buClr>
                <a:srgbClr val="973735"/>
              </a:buClr>
              <a:buSzPct val="50000"/>
              <a:buFont typeface="Wingdings" pitchFamily="2" charset="2"/>
              <a:buChar char="u"/>
              <a:defRPr/>
            </a:pPr>
            <a:r>
              <a:rPr lang="en-US" sz="2600"/>
              <a:t>Define and describe inheritance</a:t>
            </a:r>
          </a:p>
          <a:p>
            <a:pPr marL="342900" indent="-342900">
              <a:lnSpc>
                <a:spcPct val="100000"/>
              </a:lnSpc>
              <a:spcBef>
                <a:spcPts val="600"/>
              </a:spcBef>
              <a:spcAft>
                <a:spcPts val="600"/>
              </a:spcAft>
              <a:buClr>
                <a:srgbClr val="973735"/>
              </a:buClr>
              <a:buSzPct val="50000"/>
              <a:buFont typeface="Wingdings" pitchFamily="2" charset="2"/>
              <a:buChar char="u"/>
              <a:defRPr/>
            </a:pPr>
            <a:r>
              <a:rPr lang="en-US" sz="2600"/>
              <a:t>Explain about polymorphism</a:t>
            </a:r>
          </a:p>
          <a:p>
            <a:pPr marL="342900" indent="-342900">
              <a:lnSpc>
                <a:spcPct val="100000"/>
              </a:lnSpc>
              <a:spcBef>
                <a:spcPts val="600"/>
              </a:spcBef>
              <a:spcAft>
                <a:spcPts val="600"/>
              </a:spcAft>
              <a:buClr>
                <a:srgbClr val="973735"/>
              </a:buClr>
              <a:buSzPct val="50000"/>
              <a:buFont typeface="Wingdings" pitchFamily="2" charset="2"/>
              <a:buChar char="u"/>
              <a:defRPr/>
            </a:pPr>
            <a:r>
              <a:rPr lang="en-US" sz="2600"/>
              <a:t>Explain about abstraction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43</a:t>
            </a:fld>
            <a:endParaRPr kumimoji="0" lang="en-US" dirty="0"/>
          </a:p>
        </p:txBody>
      </p:sp>
      <p:sp>
        <p:nvSpPr>
          <p:cNvPr id="4" name="Content Placeholder 3"/>
          <p:cNvSpPr>
            <a:spLocks noGrp="1"/>
          </p:cNvSpPr>
          <p:nvPr>
            <p:ph sz="quarter" idx="1"/>
          </p:nvPr>
        </p:nvSpPr>
        <p:spPr>
          <a:xfrm>
            <a:off x="741719" y="1555710"/>
            <a:ext cx="11092929" cy="4813191"/>
          </a:xfrm>
        </p:spPr>
        <p:txBody>
          <a:bodyPr>
            <a:noAutofit/>
          </a:bodyPr>
          <a:lstStyle/>
          <a:p>
            <a:pPr marL="342900" indent="-342900">
              <a:lnSpc>
                <a:spcPct val="100000"/>
              </a:lnSpc>
              <a:buClr>
                <a:srgbClr val="973735"/>
              </a:buClr>
              <a:buSzPct val="50000"/>
              <a:buFont typeface="Wingdings" pitchFamily="2" charset="2"/>
              <a:buChar char="u"/>
              <a:defRPr/>
            </a:pPr>
            <a:r>
              <a:rPr lang="en-US"/>
              <a:t>Discuss more new features in OOP :  </a:t>
            </a:r>
          </a:p>
          <a:p>
            <a:pPr marL="800100" marR="13335" lvl="1" indent="-342900" algn="just">
              <a:lnSpc>
                <a:spcPct val="100000"/>
              </a:lnSpc>
              <a:spcAft>
                <a:spcPts val="300"/>
              </a:spcAft>
              <a:buClr>
                <a:srgbClr val="C00000"/>
              </a:buClr>
              <a:buSzPct val="70000"/>
              <a:buFont typeface="Wingdings" panose="05000000000000000000" pitchFamily="2" charset="2"/>
              <a:buChar char="§"/>
              <a:tabLst>
                <a:tab pos="652780" algn="l"/>
                <a:tab pos="653415" algn="l"/>
              </a:tabLst>
              <a:defRPr/>
            </a:pPr>
            <a:r>
              <a:rPr lang="en-US" sz="2300"/>
              <a:t>Properties, Auto-implemented properties</a:t>
            </a:r>
          </a:p>
          <a:p>
            <a:pPr marL="800100" marR="13335" lvl="1" indent="-342900" algn="just">
              <a:lnSpc>
                <a:spcPct val="100000"/>
              </a:lnSpc>
              <a:spcAft>
                <a:spcPts val="300"/>
              </a:spcAft>
              <a:buClr>
                <a:srgbClr val="C00000"/>
              </a:buClr>
              <a:buSzPct val="70000"/>
              <a:buFont typeface="Wingdings" panose="05000000000000000000" pitchFamily="2" charset="2"/>
              <a:buChar char="§"/>
              <a:tabLst>
                <a:tab pos="652780" algn="l"/>
                <a:tab pos="653415" algn="l"/>
              </a:tabLst>
              <a:defRPr/>
            </a:pPr>
            <a:r>
              <a:rPr lang="en-US" sz="2300"/>
              <a:t>Static class and Extension Method</a:t>
            </a:r>
          </a:p>
          <a:p>
            <a:pPr marL="800100" marR="13335" lvl="1" indent="-342900" algn="just">
              <a:lnSpc>
                <a:spcPct val="100000"/>
              </a:lnSpc>
              <a:spcAft>
                <a:spcPts val="300"/>
              </a:spcAft>
              <a:buClr>
                <a:srgbClr val="C00000"/>
              </a:buClr>
              <a:buSzPct val="70000"/>
              <a:buFont typeface="Wingdings" panose="05000000000000000000" pitchFamily="2" charset="2"/>
              <a:buChar char="§"/>
              <a:tabLst>
                <a:tab pos="652780" algn="l"/>
                <a:tab pos="653415" algn="l"/>
              </a:tabLst>
              <a:defRPr/>
            </a:pPr>
            <a:r>
              <a:rPr lang="en-US" sz="2300"/>
              <a:t>Anonymous Type and Default contructor</a:t>
            </a:r>
          </a:p>
          <a:p>
            <a:pPr marL="800100" marR="13335" lvl="1" indent="-342900" algn="just">
              <a:lnSpc>
                <a:spcPct val="100000"/>
              </a:lnSpc>
              <a:spcAft>
                <a:spcPts val="300"/>
              </a:spcAft>
              <a:buClr>
                <a:srgbClr val="C00000"/>
              </a:buClr>
              <a:buSzPct val="70000"/>
              <a:buFont typeface="Wingdings" panose="05000000000000000000" pitchFamily="2" charset="2"/>
              <a:buChar char="§"/>
              <a:tabLst>
                <a:tab pos="652780" algn="l"/>
                <a:tab pos="653415" algn="l"/>
              </a:tabLst>
              <a:defRPr/>
            </a:pPr>
            <a:r>
              <a:rPr lang="en-US" sz="2300"/>
              <a:t>Readonly members and Default interface methods</a:t>
            </a:r>
          </a:p>
          <a:p>
            <a:pPr marL="800100" marR="13335" lvl="1" indent="-342900" algn="just">
              <a:lnSpc>
                <a:spcPct val="100000"/>
              </a:lnSpc>
              <a:spcAft>
                <a:spcPts val="300"/>
              </a:spcAft>
              <a:buClr>
                <a:srgbClr val="C00000"/>
              </a:buClr>
              <a:buSzPct val="70000"/>
              <a:buFont typeface="Wingdings" panose="05000000000000000000" pitchFamily="2" charset="2"/>
              <a:buChar char="§"/>
              <a:tabLst>
                <a:tab pos="652780" algn="l"/>
                <a:tab pos="653415" algn="l"/>
              </a:tabLst>
              <a:defRPr/>
            </a:pPr>
            <a:r>
              <a:rPr lang="en-US" sz="2300"/>
              <a:t>Using declarations </a:t>
            </a:r>
          </a:p>
          <a:p>
            <a:pPr marL="800100" marR="13335" lvl="1" indent="-342900" algn="just">
              <a:lnSpc>
                <a:spcPct val="100000"/>
              </a:lnSpc>
              <a:spcAft>
                <a:spcPts val="300"/>
              </a:spcAft>
              <a:buClr>
                <a:srgbClr val="C00000"/>
              </a:buClr>
              <a:buSzPct val="70000"/>
              <a:buFont typeface="Wingdings" panose="05000000000000000000" pitchFamily="2" charset="2"/>
              <a:buChar char="§"/>
              <a:tabLst>
                <a:tab pos="652780" algn="l"/>
                <a:tab pos="653415" algn="l"/>
              </a:tabLst>
              <a:defRPr/>
            </a:pPr>
            <a:r>
              <a:rPr lang="en-US" sz="2300"/>
              <a:t>Expression-bodied members</a:t>
            </a:r>
          </a:p>
          <a:p>
            <a:pPr marL="800100" marR="13335" lvl="1" indent="-342900" algn="just">
              <a:lnSpc>
                <a:spcPct val="100000"/>
              </a:lnSpc>
              <a:spcAft>
                <a:spcPts val="300"/>
              </a:spcAft>
              <a:buClr>
                <a:srgbClr val="C00000"/>
              </a:buClr>
              <a:buSzPct val="70000"/>
              <a:buFont typeface="Wingdings" panose="05000000000000000000" pitchFamily="2" charset="2"/>
              <a:buChar char="§"/>
              <a:tabLst>
                <a:tab pos="652780" algn="l"/>
                <a:tab pos="653415" algn="l"/>
              </a:tabLst>
              <a:defRPr/>
            </a:pPr>
            <a:r>
              <a:rPr lang="en-US" sz="2300"/>
              <a:t>Record type</a:t>
            </a:r>
          </a:p>
          <a:p>
            <a:pPr marL="800100" marR="13335" lvl="1" indent="-342900" algn="just">
              <a:lnSpc>
                <a:spcPct val="100000"/>
              </a:lnSpc>
              <a:spcAft>
                <a:spcPts val="300"/>
              </a:spcAft>
              <a:buClr>
                <a:srgbClr val="C00000"/>
              </a:buClr>
              <a:buSzPct val="70000"/>
              <a:buFont typeface="Wingdings" panose="05000000000000000000" pitchFamily="2" charset="2"/>
              <a:buChar char="§"/>
              <a:tabLst>
                <a:tab pos="652780" algn="l"/>
                <a:tab pos="653415" algn="l"/>
              </a:tabLst>
              <a:defRPr/>
            </a:pPr>
            <a:r>
              <a:rPr lang="en-US" sz="2300"/>
              <a:t>Object Initialize</a:t>
            </a:r>
          </a:p>
          <a:p>
            <a:pPr marL="800100" marR="13335" lvl="1" indent="-342900" algn="just">
              <a:lnSpc>
                <a:spcPct val="100000"/>
              </a:lnSpc>
              <a:spcAft>
                <a:spcPts val="300"/>
              </a:spcAft>
              <a:buClr>
                <a:srgbClr val="C00000"/>
              </a:buClr>
              <a:buSzPct val="70000"/>
              <a:buFont typeface="Wingdings" panose="05000000000000000000" pitchFamily="2" charset="2"/>
              <a:buChar char="§"/>
              <a:tabLst>
                <a:tab pos="652780" algn="l"/>
                <a:tab pos="653415" algn="l"/>
              </a:tabLst>
              <a:defRPr/>
            </a:pPr>
            <a:r>
              <a:rPr lang="en-US" sz="2300"/>
              <a:t>Read-only auto-properties and Init-Only Properties</a:t>
            </a:r>
          </a:p>
          <a:p>
            <a:pPr marL="800100" marR="13335" lvl="1" indent="-342900" algn="just">
              <a:lnSpc>
                <a:spcPct val="100000"/>
              </a:lnSpc>
              <a:spcAft>
                <a:spcPts val="300"/>
              </a:spcAft>
              <a:buClr>
                <a:srgbClr val="C00000"/>
              </a:buClr>
              <a:buSzPct val="70000"/>
              <a:buFont typeface="Wingdings" panose="05000000000000000000" pitchFamily="2" charset="2"/>
              <a:buChar char="§"/>
              <a:tabLst>
                <a:tab pos="652780" algn="l"/>
                <a:tab pos="653415" algn="l"/>
              </a:tabLst>
              <a:defRPr/>
            </a:pPr>
            <a:endParaRPr lang="en-US" dirty="0"/>
          </a:p>
        </p:txBody>
      </p:sp>
      <p:sp>
        <p:nvSpPr>
          <p:cNvPr id="7" name="Date Placeholder 3">
            <a:extLst>
              <a:ext uri="{FF2B5EF4-FFF2-40B4-BE49-F238E27FC236}">
                <a16:creationId xmlns:a16="http://schemas.microsoft.com/office/drawing/2014/main" id="{1753D172-1458-45E9-A4F8-A4845EE390FE}"/>
              </a:ext>
            </a:extLst>
          </p:cNvPr>
          <p:cNvSpPr>
            <a:spLocks noGrp="1"/>
          </p:cNvSpPr>
          <p:nvPr>
            <p:ph type="dt" sz="half" idx="10"/>
          </p:nvPr>
        </p:nvSpPr>
        <p:spPr>
          <a:xfrm>
            <a:off x="838200" y="6487317"/>
            <a:ext cx="2743200" cy="365125"/>
          </a:xfrm>
        </p:spPr>
        <p:txBody>
          <a:bodyPr/>
          <a:lstStyle>
            <a:lvl1pPr>
              <a:defRPr>
                <a:solidFill>
                  <a:schemeClr val="tx1"/>
                </a:solidFill>
              </a:defRPr>
            </a:lvl1pPr>
          </a:lstStyle>
          <a:p>
            <a:fld id="{5DCBE059-FAD7-45D8-8659-E6542D1E092D}" type="datetime1">
              <a:rPr lang="en-US" smtClean="0"/>
              <a:t>5/14/2024</a:t>
            </a:fld>
            <a:endParaRPr lang="en-US" dirty="0"/>
          </a:p>
        </p:txBody>
      </p:sp>
      <p:sp>
        <p:nvSpPr>
          <p:cNvPr id="10" name="Rectangle 2">
            <a:extLst>
              <a:ext uri="{FF2B5EF4-FFF2-40B4-BE49-F238E27FC236}">
                <a16:creationId xmlns:a16="http://schemas.microsoft.com/office/drawing/2014/main" id="{1107EBAC-BCA8-463B-BBF4-B753F3992E67}"/>
              </a:ext>
            </a:extLst>
          </p:cNvPr>
          <p:cNvSpPr>
            <a:spLocks noGrp="1"/>
          </p:cNvSpPr>
          <p:nvPr>
            <p:ph type="title"/>
          </p:nvPr>
        </p:nvSpPr>
        <p:spPr>
          <a:xfrm>
            <a:off x="627993" y="700132"/>
            <a:ext cx="10515600" cy="592642"/>
          </a:xfrm>
        </p:spPr>
        <p:txBody>
          <a:bodyPr>
            <a:noAutofit/>
          </a:bodyPr>
          <a:lstStyle/>
          <a:p>
            <a:r>
              <a:rPr lang="en-US" sz="4000" b="1" dirty="0"/>
              <a:t>Summary</a:t>
            </a:r>
          </a:p>
        </p:txBody>
      </p:sp>
    </p:spTree>
    <p:extLst>
      <p:ext uri="{BB962C8B-B14F-4D97-AF65-F5344CB8AC3E}">
        <p14:creationId xmlns:p14="http://schemas.microsoft.com/office/powerpoint/2010/main" val="8873495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C38AA-75F8-472F-BF25-D0F42D9DD94F}"/>
              </a:ext>
            </a:extLst>
          </p:cNvPr>
          <p:cNvSpPr>
            <a:spLocks noGrp="1"/>
          </p:cNvSpPr>
          <p:nvPr>
            <p:ph type="title"/>
          </p:nvPr>
        </p:nvSpPr>
        <p:spPr/>
        <p:txBody>
          <a:bodyPr>
            <a:normAutofit fontScale="90000"/>
          </a:bodyPr>
          <a:lstStyle/>
          <a:p>
            <a:r>
              <a:rPr lang="en-US" b="1"/>
              <a:t>Discuss</a:t>
            </a:r>
          </a:p>
        </p:txBody>
      </p:sp>
      <p:sp>
        <p:nvSpPr>
          <p:cNvPr id="3" name="Content Placeholder 2">
            <a:extLst>
              <a:ext uri="{FF2B5EF4-FFF2-40B4-BE49-F238E27FC236}">
                <a16:creationId xmlns:a16="http://schemas.microsoft.com/office/drawing/2014/main" id="{3DF95EBB-601F-468C-8C6D-BCD4C51F4B60}"/>
              </a:ext>
            </a:extLst>
          </p:cNvPr>
          <p:cNvSpPr>
            <a:spLocks noGrp="1"/>
          </p:cNvSpPr>
          <p:nvPr>
            <p:ph idx="1"/>
          </p:nvPr>
        </p:nvSpPr>
        <p:spPr>
          <a:xfrm>
            <a:off x="838200" y="1535811"/>
            <a:ext cx="11014166" cy="4944888"/>
          </a:xfrm>
        </p:spPr>
        <p:txBody>
          <a:bodyPr>
            <a:normAutofit fontScale="92500" lnSpcReduction="20000"/>
          </a:bodyPr>
          <a:lstStyle/>
          <a:p>
            <a:pPr>
              <a:lnSpc>
                <a:spcPct val="170000"/>
              </a:lnSpc>
            </a:pPr>
            <a:r>
              <a:rPr lang="en-US" sz="2000"/>
              <a:t>What is object-oriented programming? What is class and object? give an example. 1</a:t>
            </a:r>
          </a:p>
          <a:p>
            <a:pPr>
              <a:lnSpc>
                <a:spcPct val="170000"/>
              </a:lnSpc>
            </a:pPr>
            <a:r>
              <a:rPr lang="en-US" sz="2000"/>
              <a:t>What is access specifier? how many types of it? features of them? Give some examples. 2</a:t>
            </a:r>
          </a:p>
          <a:p>
            <a:pPr>
              <a:lnSpc>
                <a:spcPct val="170000"/>
              </a:lnSpc>
            </a:pPr>
            <a:r>
              <a:rPr lang="en-US" sz="2000"/>
              <a:t>What is inheritance? give some examples in code? 3</a:t>
            </a:r>
          </a:p>
          <a:p>
            <a:pPr>
              <a:lnSpc>
                <a:spcPct val="170000"/>
              </a:lnSpc>
            </a:pPr>
            <a:r>
              <a:rPr lang="en-US" sz="2000"/>
              <a:t>What is polymorphism? Static(compile) and dynamic(runtime) give some examples in code? 4 7</a:t>
            </a:r>
          </a:p>
          <a:p>
            <a:pPr>
              <a:lnSpc>
                <a:spcPct val="170000"/>
              </a:lnSpc>
            </a:pPr>
            <a:r>
              <a:rPr lang="en-US" sz="2000"/>
              <a:t>What is abstraction and interface? give some examples in code? 5 8</a:t>
            </a:r>
          </a:p>
          <a:p>
            <a:pPr>
              <a:lnSpc>
                <a:spcPct val="170000"/>
              </a:lnSpc>
            </a:pPr>
            <a:r>
              <a:rPr lang="en-US" sz="2000"/>
              <a:t>What are is, as, readonly, const and using keyword? how to use them? 6</a:t>
            </a:r>
          </a:p>
          <a:p>
            <a:pPr>
              <a:lnSpc>
                <a:spcPct val="170000"/>
              </a:lnSpc>
            </a:pPr>
            <a:r>
              <a:rPr lang="en-US" sz="2000"/>
              <a:t>What are extension method, expression body and anonymous type? give some examples in code? 9</a:t>
            </a:r>
          </a:p>
          <a:p>
            <a:pPr>
              <a:lnSpc>
                <a:spcPct val="170000"/>
              </a:lnSpc>
            </a:pPr>
            <a:r>
              <a:rPr lang="en-US" sz="2000"/>
              <a:t>What are property and record type? how to use them? 10</a:t>
            </a:r>
          </a:p>
        </p:txBody>
      </p:sp>
      <p:sp>
        <p:nvSpPr>
          <p:cNvPr id="4" name="Date Placeholder 3">
            <a:extLst>
              <a:ext uri="{FF2B5EF4-FFF2-40B4-BE49-F238E27FC236}">
                <a16:creationId xmlns:a16="http://schemas.microsoft.com/office/drawing/2014/main" id="{59A0F287-B995-4BA9-B3C8-AEE66751E747}"/>
              </a:ext>
            </a:extLst>
          </p:cNvPr>
          <p:cNvSpPr>
            <a:spLocks noGrp="1"/>
          </p:cNvSpPr>
          <p:nvPr>
            <p:ph type="dt" sz="half" idx="10"/>
          </p:nvPr>
        </p:nvSpPr>
        <p:spPr/>
        <p:txBody>
          <a:bodyPr/>
          <a:lstStyle/>
          <a:p>
            <a:fld id="{5DCBE059-FAD7-45D8-8659-E6542D1E092D}" type="datetime1">
              <a:rPr lang="en-US" smtClean="0"/>
              <a:t>5/14/2024</a:t>
            </a:fld>
            <a:endParaRPr lang="en-US" dirty="0"/>
          </a:p>
        </p:txBody>
      </p:sp>
      <p:sp>
        <p:nvSpPr>
          <p:cNvPr id="5" name="Slide Number Placeholder 4">
            <a:extLst>
              <a:ext uri="{FF2B5EF4-FFF2-40B4-BE49-F238E27FC236}">
                <a16:creationId xmlns:a16="http://schemas.microsoft.com/office/drawing/2014/main" id="{8F8E4374-C898-4F09-92F2-9ACDA48C47A2}"/>
              </a:ext>
            </a:extLst>
          </p:cNvPr>
          <p:cNvSpPr>
            <a:spLocks noGrp="1"/>
          </p:cNvSpPr>
          <p:nvPr>
            <p:ph type="sldNum" sz="quarter" idx="12"/>
          </p:nvPr>
        </p:nvSpPr>
        <p:spPr/>
        <p:txBody>
          <a:bodyPr/>
          <a:lstStyle/>
          <a:p>
            <a:fld id="{CC0149FD-98BB-4821-915B-09C9BFE4B727}" type="slidenum">
              <a:rPr lang="en-US" smtClean="0"/>
              <a:pPr/>
              <a:t>44</a:t>
            </a:fld>
            <a:endParaRPr lang="en-US" dirty="0"/>
          </a:p>
        </p:txBody>
      </p:sp>
    </p:spTree>
    <p:extLst>
      <p:ext uri="{BB962C8B-B14F-4D97-AF65-F5344CB8AC3E}">
        <p14:creationId xmlns:p14="http://schemas.microsoft.com/office/powerpoint/2010/main" val="20464526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3392</TotalTime>
  <Words>2239</Words>
  <Application>Microsoft Office PowerPoint</Application>
  <PresentationFormat>Widescreen</PresentationFormat>
  <Paragraphs>326</Paragraphs>
  <Slides>44</Slides>
  <Notes>36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44</vt:i4>
      </vt:variant>
    </vt:vector>
  </HeadingPairs>
  <TitlesOfParts>
    <vt:vector size="49" baseType="lpstr">
      <vt:lpstr>Arial</vt:lpstr>
      <vt:lpstr>Calibri</vt:lpstr>
      <vt:lpstr>Consolas</vt:lpstr>
      <vt:lpstr>Wingdings</vt:lpstr>
      <vt:lpstr>Office Theme</vt:lpstr>
      <vt:lpstr> Object-Oriented Programming</vt:lpstr>
      <vt:lpstr>Objectives </vt:lpstr>
      <vt:lpstr>Objectives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Summary</vt:lpstr>
      <vt:lpstr>Summary</vt:lpstr>
      <vt:lpstr>Discuss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Quang Le Thien Nhat</cp:lastModifiedBy>
  <cp:revision>483</cp:revision>
  <dcterms:created xsi:type="dcterms:W3CDTF">2021-01-25T08:25:31Z</dcterms:created>
  <dcterms:modified xsi:type="dcterms:W3CDTF">2024-05-14T07:41:54Z</dcterms:modified>
</cp:coreProperties>
</file>